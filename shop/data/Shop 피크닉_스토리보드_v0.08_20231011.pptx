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5"/>
  </p:notesMasterIdLst>
  <p:handoutMasterIdLst>
    <p:handoutMasterId r:id="rId56"/>
  </p:handoutMasterIdLst>
  <p:sldIdLst>
    <p:sldId id="1686" r:id="rId5"/>
    <p:sldId id="2014" r:id="rId6"/>
    <p:sldId id="589" r:id="rId7"/>
    <p:sldId id="641" r:id="rId8"/>
    <p:sldId id="2392" r:id="rId9"/>
    <p:sldId id="2410" r:id="rId10"/>
    <p:sldId id="2402" r:id="rId11"/>
    <p:sldId id="2404" r:id="rId12"/>
    <p:sldId id="2405" r:id="rId13"/>
    <p:sldId id="2406" r:id="rId14"/>
    <p:sldId id="2437" r:id="rId15"/>
    <p:sldId id="2408" r:id="rId16"/>
    <p:sldId id="2409" r:id="rId17"/>
    <p:sldId id="2439" r:id="rId18"/>
    <p:sldId id="2407" r:id="rId19"/>
    <p:sldId id="2436" r:id="rId20"/>
    <p:sldId id="2438" r:id="rId21"/>
    <p:sldId id="2453" r:id="rId22"/>
    <p:sldId id="2454" r:id="rId23"/>
    <p:sldId id="2413" r:id="rId24"/>
    <p:sldId id="2443" r:id="rId25"/>
    <p:sldId id="2414" r:id="rId26"/>
    <p:sldId id="2446" r:id="rId27"/>
    <p:sldId id="2416" r:id="rId28"/>
    <p:sldId id="2449" r:id="rId29"/>
    <p:sldId id="2415" r:id="rId30"/>
    <p:sldId id="2417" r:id="rId31"/>
    <p:sldId id="2418" r:id="rId32"/>
    <p:sldId id="2440" r:id="rId33"/>
    <p:sldId id="2419" r:id="rId34"/>
    <p:sldId id="2420" r:id="rId35"/>
    <p:sldId id="2422" r:id="rId36"/>
    <p:sldId id="2423" r:id="rId37"/>
    <p:sldId id="2424" r:id="rId38"/>
    <p:sldId id="2425" r:id="rId39"/>
    <p:sldId id="2426" r:id="rId40"/>
    <p:sldId id="2427" r:id="rId41"/>
    <p:sldId id="2429" r:id="rId42"/>
    <p:sldId id="2451" r:id="rId43"/>
    <p:sldId id="2450" r:id="rId44"/>
    <p:sldId id="2441" r:id="rId45"/>
    <p:sldId id="2431" r:id="rId46"/>
    <p:sldId id="2432" r:id="rId47"/>
    <p:sldId id="2433" r:id="rId48"/>
    <p:sldId id="2434" r:id="rId49"/>
    <p:sldId id="2452" r:id="rId50"/>
    <p:sldId id="2442" r:id="rId51"/>
    <p:sldId id="2435" r:id="rId52"/>
    <p:sldId id="2447" r:id="rId53"/>
    <p:sldId id="2455" r:id="rId5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2730042-9987-4A42-8893-3A3B6E040410}">
          <p14:sldIdLst>
            <p14:sldId id="1686"/>
          </p14:sldIdLst>
        </p14:section>
        <p14:section name="Sitemap" id="{7C5BA070-47B4-4787-B097-F2D078B7A68B}">
          <p14:sldIdLst>
            <p14:sldId id="2014"/>
          </p14:sldIdLst>
        </p14:section>
        <p14:section name="공통영역" id="{65E52EAE-E729-48EE-BBFE-34670D09C687}">
          <p14:sldIdLst>
            <p14:sldId id="589"/>
            <p14:sldId id="641"/>
          </p14:sldIdLst>
        </p14:section>
        <p14:section name="0. 메인페이지" id="{1F72345D-B057-4855-84D5-243568D78CFF}">
          <p14:sldIdLst>
            <p14:sldId id="2392"/>
            <p14:sldId id="2410"/>
            <p14:sldId id="2402"/>
            <p14:sldId id="2404"/>
            <p14:sldId id="2405"/>
          </p14:sldIdLst>
        </p14:section>
        <p14:section name="1. 로그인/회원가입" id="{2D1D7FA0-B4D7-4A47-B40B-A019A8564B87}">
          <p14:sldIdLst>
            <p14:sldId id="2406"/>
            <p14:sldId id="2437"/>
            <p14:sldId id="2408"/>
            <p14:sldId id="2409"/>
            <p14:sldId id="2439"/>
            <p14:sldId id="2407"/>
            <p14:sldId id="2436"/>
            <p14:sldId id="2438"/>
            <p14:sldId id="2453"/>
            <p14:sldId id="2454"/>
          </p14:sldIdLst>
        </p14:section>
        <p14:section name="2. shop메뉴(카테고리)" id="{224EF7ED-5528-40BF-B7D1-E9E3158666B6}">
          <p14:sldIdLst>
            <p14:sldId id="2413"/>
            <p14:sldId id="2443"/>
            <p14:sldId id="2414"/>
            <p14:sldId id="2446"/>
            <p14:sldId id="2416"/>
            <p14:sldId id="2449"/>
            <p14:sldId id="2415"/>
            <p14:sldId id="2417"/>
            <p14:sldId id="2418"/>
            <p14:sldId id="2440"/>
            <p14:sldId id="2419"/>
            <p14:sldId id="2420"/>
            <p14:sldId id="2422"/>
            <p14:sldId id="2423"/>
          </p14:sldIdLst>
        </p14:section>
        <p14:section name="3. about" id="{1CB8E20D-9641-4401-ABEA-CDF4B7DB791A}">
          <p14:sldIdLst>
            <p14:sldId id="2424"/>
          </p14:sldIdLst>
        </p14:section>
        <p14:section name="4. contact" id="{9A86B99D-DD56-4A4B-A831-E3C95D40EA03}">
          <p14:sldIdLst>
            <p14:sldId id="2425"/>
          </p14:sldIdLst>
        </p14:section>
        <p14:section name="5. FAQ" id="{1A4478E9-5360-43FF-8ED4-F2873D18DF3F}">
          <p14:sldIdLst>
            <p14:sldId id="2426"/>
            <p14:sldId id="2427"/>
          </p14:sldIdLst>
        </p14:section>
        <p14:section name="6. 마이페이지" id="{7C286E38-2293-47E4-ABFE-692600BE9CBA}">
          <p14:sldIdLst>
            <p14:sldId id="2429"/>
            <p14:sldId id="2451"/>
            <p14:sldId id="2450"/>
            <p14:sldId id="2441"/>
            <p14:sldId id="2431"/>
            <p14:sldId id="2432"/>
            <p14:sldId id="2433"/>
            <p14:sldId id="2434"/>
            <p14:sldId id="2452"/>
            <p14:sldId id="2442"/>
            <p14:sldId id="2435"/>
          </p14:sldIdLst>
        </p14:section>
        <p14:section name="7. 장바구니" id="{8319026A-F878-4310-9E76-8476A4237940}">
          <p14:sldIdLst>
            <p14:sldId id="2447"/>
            <p14:sldId id="24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3" pos="5541" userDrawn="1">
          <p15:clr>
            <a:srgbClr val="A4A3A4"/>
          </p15:clr>
        </p15:guide>
        <p15:guide id="4" pos="2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C46-E8C5-6002-31D7-CB044ABAD03A}" name="Clef" initials="Clef" userId="Clef" providerId="None"/>
  <p188:author id="{86C90D58-1F86-D6C1-F379-77849E64469B}" name="스웹1" initials="스" userId="스웹1" providerId="None"/>
  <p188:author id="{A8D32F85-9667-E843-6934-1DB673439AC0}" name="HurJaewon" initials="H" userId="S::jwh418@nyu.edu::7c03ad7d-04c5-43eb-8006-da1da363dde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정 종진" initials="정종" lastIdx="1" clrIdx="0">
    <p:extLst>
      <p:ext uri="{19B8F6BF-5375-455C-9EA6-DF929625EA0E}">
        <p15:presenceInfo xmlns:p15="http://schemas.microsoft.com/office/powerpoint/2012/main" userId="727efa2deb9e1929" providerId="Windows Live"/>
      </p:ext>
    </p:extLst>
  </p:cmAuthor>
  <p:cmAuthor id="2" name="클리프" initials="클" lastIdx="1" clrIdx="1">
    <p:extLst>
      <p:ext uri="{19B8F6BF-5375-455C-9EA6-DF929625EA0E}">
        <p15:presenceInfo xmlns:p15="http://schemas.microsoft.com/office/powerpoint/2012/main" userId="클리프" providerId="None"/>
      </p:ext>
    </p:extLst>
  </p:cmAuthor>
  <p:cmAuthor id="3" name="스웹1" initials="스" lastIdx="1" clrIdx="2">
    <p:extLst>
      <p:ext uri="{19B8F6BF-5375-455C-9EA6-DF929625EA0E}">
        <p15:presenceInfo xmlns:p15="http://schemas.microsoft.com/office/powerpoint/2012/main" userId="스웹1" providerId="None"/>
      </p:ext>
    </p:extLst>
  </p:cmAuthor>
  <p:cmAuthor id="4" name="Clef" initials="Clef" lastIdx="1" clrIdx="3">
    <p:extLst>
      <p:ext uri="{19B8F6BF-5375-455C-9EA6-DF929625EA0E}">
        <p15:presenceInfo xmlns:p15="http://schemas.microsoft.com/office/powerpoint/2012/main" userId="Cle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A5A5A5"/>
    <a:srgbClr val="B1D1E3"/>
    <a:srgbClr val="595959"/>
    <a:srgbClr val="4472C4"/>
    <a:srgbClr val="95DAF7"/>
    <a:srgbClr val="017978"/>
    <a:srgbClr val="132673"/>
    <a:srgbClr val="2441B6"/>
    <a:srgbClr val="223E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5080" autoAdjust="0"/>
  </p:normalViewPr>
  <p:slideViewPr>
    <p:cSldViewPr snapToGrid="0">
      <p:cViewPr varScale="1">
        <p:scale>
          <a:sx n="108" d="100"/>
          <a:sy n="108" d="100"/>
        </p:scale>
        <p:origin x="876" y="102"/>
      </p:cViewPr>
      <p:guideLst>
        <p:guide orient="horz" pos="459"/>
        <p:guide pos="5541"/>
        <p:guide pos="28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414F8FF-9B4A-4752-AC58-6E6ACDD702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DCE2B4-0E8A-47F3-A3E9-79EB8D16A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87F28-08EF-4410-AD61-DF289DBFAA06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627308-8A9D-4FBB-8368-69FEBB3028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4A3E6-D4C7-4FF6-A254-AA28CB1B0E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AE373-FE19-4E1E-B8E1-AA23DFA72B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953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196F1F92-F8AE-4C9C-908A-7A6826338042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8B5A8D54-11CE-461D-A49D-8E0534CB4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59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26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0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249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423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609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635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706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213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90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87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635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576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791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316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379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195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625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885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19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719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656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578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988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785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9615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2923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4686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7898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3015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10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8619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4169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106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967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8980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028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54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903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4883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8885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1030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050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6472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8007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807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3947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A8D54-11CE-461D-A49D-8E0534CB49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11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E9D22-5B68-41CD-8199-DEBE8C0BB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2F5CF1-DE18-4051-B223-A99E4460D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1CDE61-563E-4343-96C4-39F1F348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81150B-9B66-466A-B9D2-569AB872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C8C9D-B2FB-4F6B-8C81-A4355AC0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8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ACCE7-B9F8-4BFE-B115-1713B255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DAC18-C48A-4C73-A037-4C63534BD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447FB-FC78-4405-AD5A-AD61A793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7FFB9-6B5C-4192-8AEC-6379BACF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E2CCCC-52A3-4A50-80BC-135015B2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96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3E5A6-5337-4633-A665-E0F18729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04944-40C9-4C31-903A-35C72B8FF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FA2B7-7271-40C3-B327-52FE92F7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BD27CE-7CFF-457D-A73C-C8C878BC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B76D95-652F-44A4-97C4-92BC1030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31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5DF63-E3D4-4568-B700-995E0BB5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EE957A-B893-4053-BC80-7BE053BAF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9E9D34-065C-433B-A296-E60922809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2074FC-732F-4AC4-9B41-CCD41DAD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A960-E5E7-4AFF-831A-EB8B0FF3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872F43-9253-43DA-BCBB-5D783C9B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46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2014F-7509-4F56-ACE0-70F98E58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AAA800-0475-4E8D-8A0A-54C36F0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F35985-BFDD-4E73-BDD9-4C1F95CAC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076001-9914-4182-9FC9-4A84002D1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78E695-9167-453A-A127-FBC7B64CC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00D17C-300B-4B18-8C09-BA3218C6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F9776A-8C29-493A-B101-7DF1C076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A3D474-F750-4391-852A-ACA0B96A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2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7B2EC-91E6-40DC-9EBC-925D246C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599DFF-BDBB-4414-9472-64D6666C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584AFE-EA16-458C-94AD-BBA9D5AB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B3B88-E2CB-4744-B80D-FD7ADAD8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77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B55937-8BD0-473A-856A-B6E31DBD7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DDCB76-9BEC-47DF-AD70-6BC5544D9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179BF-4C5D-47C4-B4BF-DA7E0A54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48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98812-54EF-468A-81FD-ADE32DBF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75E56-5C08-47B8-B7FE-1F465678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E3232F-8120-4C6F-AAC0-1D213B777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4649BB-C521-41FD-9615-3B2B6714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F30259-24A4-4809-A314-35647C9C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C6F90A-8949-4CEE-B492-AF5BDC51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81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C7B62-9DFA-45F4-A14A-B384B78E5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2499CC-EC0B-4C81-AAFB-DC31B8FBF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332088-A15D-4251-9915-665BFB01B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038CFF-54C2-4464-B4F0-036EDD03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6BE307-4848-4227-96B1-17AE9158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F51DEF-0781-44E0-BA3C-6B3F4061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39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D330D-85A0-4254-A2BB-9FA76CB54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E26A96-699F-47A8-80E0-054F73DAC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00D7F9-6E16-4C87-AE17-8E7CF8CA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BBF16-D907-479E-91FD-64F2F7DD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44C89-CD8E-4795-98C2-33925BB5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32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2A8804-C7E5-4670-A531-DBADB36D7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D21541-A130-4BC8-9627-DA89586D6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FA5B8-2B32-4DE1-9CCC-76FF46E8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2AD874-0971-4CC9-AA85-7C98CE24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F9AD2B-C4A2-4477-8FAF-A58BAE09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374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6761" y="2144992"/>
            <a:ext cx="8056037" cy="786495"/>
          </a:xfrm>
        </p:spPr>
        <p:txBody>
          <a:bodyPr/>
          <a:lstStyle>
            <a:lvl1pPr>
              <a:defRPr sz="3800" smtClean="0"/>
            </a:lvl1pPr>
          </a:lstStyle>
          <a:p>
            <a:pPr lvl="0"/>
            <a:endParaRPr lang="en-US" altLang="ko-KR" noProof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6761" y="2998518"/>
            <a:ext cx="8056037" cy="540715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900" b="1" smtClean="0"/>
            </a:lvl1pPr>
          </a:lstStyle>
          <a:p>
            <a:pPr lvl="0"/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860698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4"/>
          <p:cNvSpPr txBox="1">
            <a:spLocks/>
          </p:cNvSpPr>
          <p:nvPr userDrawn="1"/>
        </p:nvSpPr>
        <p:spPr bwMode="auto">
          <a:xfrm>
            <a:off x="394677" y="642938"/>
            <a:ext cx="11461262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sz="2000" b="1"/>
            </a:lvl1pPr>
          </a:lstStyle>
          <a:p>
            <a:pPr eaLnBrk="0" hangingPunct="0">
              <a:defRPr/>
            </a:pPr>
            <a:endParaRPr kumimoji="0" lang="ko-KR" altLang="en-US" sz="1600" dirty="0">
              <a:latin typeface="맑은 고딕" pitchFamily="50" charset="-127"/>
              <a:cs typeface="맑은 고딕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394676" y="155575"/>
            <a:ext cx="8602805" cy="357190"/>
          </a:xfrm>
        </p:spPr>
        <p:txBody>
          <a:bodyPr/>
          <a:lstStyle>
            <a:lvl1pPr algn="l">
              <a:defRPr sz="18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quarter" idx="13"/>
          </p:nvPr>
        </p:nvSpPr>
        <p:spPr>
          <a:xfrm>
            <a:off x="394677" y="642938"/>
            <a:ext cx="11461262" cy="857250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600" b="1">
                <a:latin typeface="맑은 고딕" pitchFamily="50" charset="-127"/>
                <a:ea typeface="맑은 고딕" pitchFamily="50" charset="-127"/>
              </a:defRPr>
            </a:lvl1pPr>
            <a:lvl2pPr>
              <a:buNone/>
              <a:defRPr sz="1600" b="1">
                <a:latin typeface="맑은 고딕" pitchFamily="50" charset="-127"/>
                <a:ea typeface="맑은 고딕" pitchFamily="50" charset="-127"/>
              </a:defRPr>
            </a:lvl2pPr>
            <a:lvl3pPr>
              <a:buNone/>
              <a:defRPr sz="1600" b="1">
                <a:latin typeface="맑은 고딕" pitchFamily="50" charset="-127"/>
                <a:ea typeface="맑은 고딕" pitchFamily="50" charset="-127"/>
              </a:defRPr>
            </a:lvl3pPr>
            <a:lvl4pPr>
              <a:buNone/>
              <a:defRPr sz="1600" b="1">
                <a:latin typeface="맑은 고딕" pitchFamily="50" charset="-127"/>
                <a:ea typeface="맑은 고딕" pitchFamily="50" charset="-127"/>
              </a:defRPr>
            </a:lvl4pPr>
            <a:lvl5pPr>
              <a:buNone/>
              <a:defRPr sz="16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4"/>
          </p:nvPr>
        </p:nvSpPr>
        <p:spPr>
          <a:xfrm>
            <a:off x="8294077" y="155575"/>
            <a:ext cx="3563489" cy="357188"/>
          </a:xfrm>
        </p:spPr>
        <p:txBody>
          <a:bodyPr/>
          <a:lstStyle>
            <a:lvl1pPr algn="r">
              <a:buNone/>
              <a:defRPr sz="2000" b="1">
                <a:latin typeface="맑은 고딕" pitchFamily="50" charset="-127"/>
                <a:ea typeface="맑은 고딕" pitchFamily="50" charset="-127"/>
              </a:defRPr>
            </a:lvl1pPr>
            <a:lvl2pPr algn="r">
              <a:buNone/>
              <a:defRPr sz="2000" b="1">
                <a:latin typeface="맑은 고딕" pitchFamily="50" charset="-127"/>
                <a:ea typeface="맑은 고딕" pitchFamily="50" charset="-127"/>
              </a:defRPr>
            </a:lvl2pPr>
            <a:lvl3pPr algn="r">
              <a:buNone/>
              <a:defRPr sz="2000" b="1">
                <a:latin typeface="맑은 고딕" pitchFamily="50" charset="-127"/>
                <a:ea typeface="맑은 고딕" pitchFamily="50" charset="-127"/>
              </a:defRPr>
            </a:lvl3pPr>
            <a:lvl4pPr algn="r">
              <a:buNone/>
              <a:defRPr sz="2000" b="1">
                <a:latin typeface="맑은 고딕" pitchFamily="50" charset="-127"/>
                <a:ea typeface="맑은 고딕" pitchFamily="50" charset="-127"/>
              </a:defRPr>
            </a:lvl4pPr>
            <a:lvl5pPr algn="r">
              <a:buNone/>
              <a:defRPr sz="20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5"/>
          </p:nvPr>
        </p:nvSpPr>
        <p:spPr>
          <a:xfrm>
            <a:off x="11459308" y="6519864"/>
            <a:ext cx="703385" cy="287337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fld id="{820CB627-E4B1-4F41-875E-714E6F570FAB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762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 flipV="1">
            <a:off x="1147906" y="3416113"/>
            <a:ext cx="9900000" cy="257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4882393" y="2348880"/>
            <a:ext cx="609350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br>
              <a:rPr lang="en-US" altLang="ko-KR" sz="2400" b="1" dirty="0">
                <a:latin typeface="+mn-ea"/>
              </a:rPr>
            </a:br>
            <a:br>
              <a:rPr lang="en-US" altLang="ko-KR" sz="2400" b="1" dirty="0">
                <a:latin typeface="+mn-ea"/>
              </a:rPr>
            </a:br>
            <a:r>
              <a:rPr lang="ko-KR" altLang="en-US" sz="2000" dirty="0">
                <a:latin typeface="+mn-ea"/>
              </a:rPr>
              <a:t>화면 설계서</a:t>
            </a:r>
          </a:p>
        </p:txBody>
      </p:sp>
    </p:spTree>
    <p:extLst>
      <p:ext uri="{BB962C8B-B14F-4D97-AF65-F5344CB8AC3E}">
        <p14:creationId xmlns:p14="http://schemas.microsoft.com/office/powerpoint/2010/main" val="1660875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 flipV="1">
            <a:off x="334109" y="536476"/>
            <a:ext cx="11768238" cy="572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/>
          </a:p>
        </p:txBody>
      </p:sp>
      <p:graphicFrame>
        <p:nvGraphicFramePr>
          <p:cNvPr id="19" name="Group 43">
            <a:extLst>
              <a:ext uri="{FF2B5EF4-FFF2-40B4-BE49-F238E27FC236}">
                <a16:creationId xmlns:a16="http://schemas.microsoft.com/office/drawing/2014/main" id="{3D2A688B-4BE6-4967-A109-BDCE8E27FA4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5070963"/>
              </p:ext>
            </p:extLst>
          </p:nvPr>
        </p:nvGraphicFramePr>
        <p:xfrm>
          <a:off x="334108" y="45736"/>
          <a:ext cx="11768238" cy="444294"/>
        </p:xfrm>
        <a:graphic>
          <a:graphicData uri="http://schemas.openxmlformats.org/drawingml/2006/table">
            <a:tbl>
              <a:tblPr/>
              <a:tblGrid>
                <a:gridCol w="978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5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9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73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8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2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2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프로젝트명</a:t>
                      </a: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000000"/>
                        </a:solidFill>
                        <a:latin typeface="맑은 고딕" pitchFamily="50" charset="-127"/>
                        <a:cs typeface="Tahoma" pitchFamily="34" charset="0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수정일</a:t>
                      </a: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작업유형</a:t>
                      </a: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3059" marR="93059" marT="47014" marB="47014" anchor="ctr" horzOverflow="overflow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C90AD1-7613-4C6C-9B3B-CC272EAA9C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35506" y="37423"/>
            <a:ext cx="2671011" cy="178709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sz="1000" b="1" dirty="0">
                <a:latin typeface="+mn-ea"/>
              </a:rPr>
              <a:t>프로젝트명 입력</a:t>
            </a:r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9E44AC2A-1D09-4273-87B1-E3C9DC1E94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9766" y="45736"/>
            <a:ext cx="1529224" cy="170395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텍스트 스타일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EA023CCD-51D4-4E3F-9B3F-ABC5DAF77D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8079" y="291104"/>
            <a:ext cx="1529224" cy="170395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텍스트 </a:t>
            </a:r>
            <a:r>
              <a:rPr lang="ko-KR" altLang="en-US" dirty="0" err="1"/>
              <a:t>스타일ㅇ</a:t>
            </a:r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0EEE1746-A048-42D0-ACD9-CCA3BA8BAE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61122" y="62361"/>
            <a:ext cx="1529224" cy="170395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E81FD32-C6D8-4B78-9AB5-D744DB7D60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58447" y="47938"/>
            <a:ext cx="1347492" cy="24316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정종진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F8D93BDC-85C4-4D23-AFEB-1368A570A2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1122" y="294991"/>
            <a:ext cx="3827456" cy="166507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텍스트 스타일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448415D0-57A7-4862-8D6E-F61BF1FCF4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5505" y="291104"/>
            <a:ext cx="2671011" cy="178709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ko-KR" dirty="0"/>
              <a:t>1.0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96568D-3A39-4192-AF52-57E01857ADDD}"/>
              </a:ext>
            </a:extLst>
          </p:cNvPr>
          <p:cNvSpPr/>
          <p:nvPr userDrawn="1"/>
        </p:nvSpPr>
        <p:spPr>
          <a:xfrm>
            <a:off x="251670" y="729842"/>
            <a:ext cx="8514825" cy="59561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70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447093-F2E1-43D1-8FD1-D0D2B4F6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81D04A-12E1-4E0D-86F2-9EFE77931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F5325-148C-478F-9498-A6CB659E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01196-0A46-4CE6-9200-40D0F9435FE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6E244B-E83A-46E0-B8AA-1B852D4CA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E60434-75E3-49FA-928C-5D422EACE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AEB01-1D6D-4BA7-862A-3ADE8E7A9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02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  <p:sldLayoutId id="214748366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8.jpe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11" Type="http://schemas.openxmlformats.org/officeDocument/2006/relationships/image" Target="../media/image12.jpeg"/><Relationship Id="rId5" Type="http://schemas.openxmlformats.org/officeDocument/2006/relationships/image" Target="../media/image3.png"/><Relationship Id="rId10" Type="http://schemas.openxmlformats.org/officeDocument/2006/relationships/image" Target="../media/image11.jpeg"/><Relationship Id="rId4" Type="http://schemas.openxmlformats.org/officeDocument/2006/relationships/image" Target="../media/image2.png"/><Relationship Id="rId9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jpeg"/><Relationship Id="rId7" Type="http://schemas.openxmlformats.org/officeDocument/2006/relationships/image" Target="../media/image11.jpe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jpeg"/><Relationship Id="rId11" Type="http://schemas.openxmlformats.org/officeDocument/2006/relationships/image" Target="../media/image4.png"/><Relationship Id="rId5" Type="http://schemas.openxmlformats.org/officeDocument/2006/relationships/image" Target="../media/image13.jpeg"/><Relationship Id="rId10" Type="http://schemas.openxmlformats.org/officeDocument/2006/relationships/image" Target="../media/image3.png"/><Relationship Id="rId4" Type="http://schemas.openxmlformats.org/officeDocument/2006/relationships/image" Target="../media/image12.jpeg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jpeg"/><Relationship Id="rId7" Type="http://schemas.openxmlformats.org/officeDocument/2006/relationships/image" Target="../media/image11.jpe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jpeg"/><Relationship Id="rId11" Type="http://schemas.openxmlformats.org/officeDocument/2006/relationships/image" Target="../media/image4.png"/><Relationship Id="rId5" Type="http://schemas.openxmlformats.org/officeDocument/2006/relationships/image" Target="../media/image13.jpeg"/><Relationship Id="rId10" Type="http://schemas.openxmlformats.org/officeDocument/2006/relationships/image" Target="../media/image3.png"/><Relationship Id="rId4" Type="http://schemas.openxmlformats.org/officeDocument/2006/relationships/image" Target="../media/image12.jpeg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jpeg"/><Relationship Id="rId7" Type="http://schemas.openxmlformats.org/officeDocument/2006/relationships/image" Target="../media/image11.jpe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jpeg"/><Relationship Id="rId11" Type="http://schemas.openxmlformats.org/officeDocument/2006/relationships/image" Target="../media/image4.png"/><Relationship Id="rId5" Type="http://schemas.openxmlformats.org/officeDocument/2006/relationships/image" Target="../media/image13.jpeg"/><Relationship Id="rId10" Type="http://schemas.openxmlformats.org/officeDocument/2006/relationships/image" Target="../media/image3.png"/><Relationship Id="rId4" Type="http://schemas.openxmlformats.org/officeDocument/2006/relationships/image" Target="../media/image12.jpeg"/><Relationship Id="rId9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2.png"/><Relationship Id="rId9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2.png"/><Relationship Id="rId9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://www.linklow.kr/member/join.php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n-ymarket.co.kr/order/order_sheet.php" TargetMode="External"/><Relationship Id="rId9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2.jpe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739050"/>
              </p:ext>
            </p:extLst>
          </p:nvPr>
        </p:nvGraphicFramePr>
        <p:xfrm>
          <a:off x="1559496" y="814257"/>
          <a:ext cx="9073008" cy="907941"/>
        </p:xfrm>
        <a:graphic>
          <a:graphicData uri="http://schemas.openxmlformats.org/drawingml/2006/table">
            <a:tbl>
              <a:tblPr/>
              <a:tblGrid>
                <a:gridCol w="2172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6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Project Name</a:t>
                      </a:r>
                      <a:endParaRPr lang="ko-KR" sz="11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>
                          <a:effectLst/>
                          <a:latin typeface="+mn-ea"/>
                          <a:ea typeface="+mn-ea"/>
                          <a:cs typeface="Times New Roman"/>
                        </a:rPr>
                        <a:t>shop piknic</a:t>
                      </a:r>
                      <a:endParaRPr lang="ko-KR" sz="12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6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Document Name</a:t>
                      </a:r>
                      <a:endParaRPr lang="ko-KR" sz="11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baseline="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웹사이트 화면설계서</a:t>
                      </a:r>
                      <a:endParaRPr lang="ko-KR" sz="12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6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Date</a:t>
                      </a:r>
                      <a:endParaRPr lang="ko-KR" sz="11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en-US" sz="1200" b="1" spc="-10" dirty="0">
                        <a:effectLst/>
                        <a:latin typeface="맑은 고딕" pitchFamily="50" charset="-127"/>
                        <a:ea typeface="맑은 고딕" pitchFamily="50" charset="-127"/>
                        <a:cs typeface="Lucida Sans Unicode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1546731" y="2021106"/>
            <a:ext cx="14021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Revision History</a:t>
            </a:r>
            <a:endParaRPr lang="ko-KR" altLang="ko-KR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510063"/>
              </p:ext>
            </p:extLst>
          </p:nvPr>
        </p:nvGraphicFramePr>
        <p:xfrm>
          <a:off x="1562681" y="2364064"/>
          <a:ext cx="9063755" cy="2122080"/>
        </p:xfrm>
        <a:graphic>
          <a:graphicData uri="http://schemas.openxmlformats.org/drawingml/2006/table">
            <a:tbl>
              <a:tblPr/>
              <a:tblGrid>
                <a:gridCol w="1365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5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sz="1100" b="1" spc="-1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Version</a:t>
                      </a:r>
                      <a:endParaRPr lang="ko-KR" sz="11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sz="1100" b="1" spc="-1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Date</a:t>
                      </a:r>
                      <a:endParaRPr lang="ko-KR" sz="11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sz="1100" b="1" spc="-1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Updated By</a:t>
                      </a:r>
                      <a:endParaRPr lang="ko-KR" sz="110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sz="1100" b="1" spc="-1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Lucida Sans Unicode"/>
                        </a:rPr>
                        <a:t>Changes</a:t>
                      </a:r>
                      <a:endParaRPr lang="ko-KR" sz="11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v0.01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 spc="-10" dirty="0">
                          <a:effectLst/>
                          <a:latin typeface="맑은 고딕" pitchFamily="50" charset="-127"/>
                          <a:ea typeface="+mn-ea"/>
                          <a:cs typeface="Lucida Sans Unicode"/>
                        </a:rPr>
                        <a:t>2023.08.07</a:t>
                      </a: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홈페이지 레이아웃 구성</a:t>
                      </a: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v0.02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 spc="-10" dirty="0">
                          <a:effectLst/>
                          <a:latin typeface="맑은 고딕" pitchFamily="50" charset="-127"/>
                          <a:ea typeface="+mn-ea"/>
                          <a:cs typeface="Lucida Sans Unicode"/>
                        </a:rPr>
                        <a:t>2023.08.16</a:t>
                      </a: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레이아웃 및 기능 수정</a:t>
                      </a: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v0.03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 spc="-10" dirty="0">
                          <a:effectLst/>
                          <a:latin typeface="맑은 고딕" pitchFamily="50" charset="-127"/>
                          <a:ea typeface="+mn-ea"/>
                          <a:cs typeface="Lucida Sans Unicode"/>
                        </a:rPr>
                        <a:t>2023.08.29</a:t>
                      </a: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버튼 및 명칭 수정</a:t>
                      </a: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v0.04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 spc="-10" dirty="0">
                          <a:effectLst/>
                          <a:latin typeface="맑은 고딕" pitchFamily="50" charset="-127"/>
                          <a:ea typeface="+mn-ea"/>
                          <a:cs typeface="Lucida Sans Unicode"/>
                        </a:rPr>
                        <a:t>2023.08.31</a:t>
                      </a: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08.30 </a:t>
                      </a: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피드백 내용 적용 및 </a:t>
                      </a: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알럿창</a:t>
                      </a: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추가</a:t>
                      </a: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v0.05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 spc="-10" dirty="0">
                          <a:effectLst/>
                          <a:latin typeface="맑은 고딕" pitchFamily="50" charset="-127"/>
                          <a:ea typeface="+mn-ea"/>
                          <a:cs typeface="Lucida Sans Unicode"/>
                        </a:rPr>
                        <a:t>2023.09.06</a:t>
                      </a: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09.05 </a:t>
                      </a: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피드백 내용 적용</a:t>
                      </a: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v0.07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 spc="-10" dirty="0">
                          <a:effectLst/>
                          <a:latin typeface="맑은 고딕" pitchFamily="50" charset="-127"/>
                          <a:ea typeface="+mn-ea"/>
                          <a:cs typeface="Lucida Sans Unicode"/>
                        </a:rPr>
                        <a:t>2023.10.11</a:t>
                      </a: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메뉴명</a:t>
                      </a:r>
                      <a:r>
                        <a:rPr lang="ko-KR" altLang="en-US" sz="900" dirty="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변경</a:t>
                      </a: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692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V0.08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en-US" altLang="ko-KR" sz="90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2023.10.12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클리프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r>
                        <a:rPr lang="ko-KR" altLang="en-US" sz="900"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상세페이지 가격 노출 부분 변경</a:t>
                      </a: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95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810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en-US" alt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457200" algn="l"/>
                        </a:tabLst>
                      </a:pPr>
                      <a:endParaRPr lang="ko-KR" sz="900" dirty="0"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444075"/>
                  </a:ext>
                </a:extLst>
              </a:tr>
            </a:tbl>
          </a:graphicData>
        </a:graphic>
      </p:graphicFrame>
      <p:sp>
        <p:nvSpPr>
          <p:cNvPr id="7" name="제목 7">
            <a:extLst>
              <a:ext uri="{FF2B5EF4-FFF2-40B4-BE49-F238E27FC236}">
                <a16:creationId xmlns:a16="http://schemas.microsoft.com/office/drawing/2014/main" id="{AF3017E4-9F15-4E8D-B2D1-0E6C3C8E59B1}"/>
              </a:ext>
            </a:extLst>
          </p:cNvPr>
          <p:cNvSpPr txBox="1">
            <a:spLocks/>
          </p:cNvSpPr>
          <p:nvPr/>
        </p:nvSpPr>
        <p:spPr>
          <a:xfrm>
            <a:off x="1" y="191492"/>
            <a:ext cx="12191999" cy="35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Properties of Document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8700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E5B3892-A4F7-49B6-A209-6A672221A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46148"/>
              </p:ext>
            </p:extLst>
          </p:nvPr>
        </p:nvGraphicFramePr>
        <p:xfrm>
          <a:off x="5434144" y="2523916"/>
          <a:ext cx="1086197" cy="59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7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995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about</a:t>
                      </a:r>
                      <a:endParaRPr lang="ko-KR" altLang="en-US" sz="120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BE5D9BD2-7A2E-4733-90F4-E08A85224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7087"/>
              </p:ext>
            </p:extLst>
          </p:nvPr>
        </p:nvGraphicFramePr>
        <p:xfrm>
          <a:off x="5434143" y="3234950"/>
          <a:ext cx="1086198" cy="39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968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회사소개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78724B7-0BE2-4FB0-969D-758A1239B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27982"/>
              </p:ext>
            </p:extLst>
          </p:nvPr>
        </p:nvGraphicFramePr>
        <p:xfrm>
          <a:off x="6634404" y="2523916"/>
          <a:ext cx="1086197" cy="59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7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995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contact</a:t>
                      </a:r>
                      <a:endParaRPr lang="ko-KR" altLang="en-US" sz="120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AE1C070-ED0D-4EBA-A234-16BA03DF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554695"/>
              </p:ext>
            </p:extLst>
          </p:nvPr>
        </p:nvGraphicFramePr>
        <p:xfrm>
          <a:off x="6634404" y="3234950"/>
          <a:ext cx="1086198" cy="39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968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dirty="0" err="1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오시는길</a:t>
                      </a:r>
                      <a:endParaRPr lang="ko-KR" altLang="en-US" sz="1000" b="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sp>
        <p:nvSpPr>
          <p:cNvPr id="73" name="제목 7">
            <a:extLst>
              <a:ext uri="{FF2B5EF4-FFF2-40B4-BE49-F238E27FC236}">
                <a16:creationId xmlns:a16="http://schemas.microsoft.com/office/drawing/2014/main" id="{C96EE507-6BCA-48F3-A9BC-F1FE6A7E8687}"/>
              </a:ext>
            </a:extLst>
          </p:cNvPr>
          <p:cNvSpPr txBox="1">
            <a:spLocks/>
          </p:cNvSpPr>
          <p:nvPr/>
        </p:nvSpPr>
        <p:spPr>
          <a:xfrm>
            <a:off x="3" y="191492"/>
            <a:ext cx="12191998" cy="35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Sitemap</a:t>
            </a:r>
            <a:endParaRPr lang="ko-KR" altLang="en-US" sz="20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9215404-1C0D-45F0-BC8F-5DE3129B0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52549"/>
              </p:ext>
            </p:extLst>
          </p:nvPr>
        </p:nvGraphicFramePr>
        <p:xfrm>
          <a:off x="10008824" y="980708"/>
          <a:ext cx="1599306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306">
                  <a:extLst>
                    <a:ext uri="{9D8B030D-6E8A-4147-A177-3AD203B41FA5}">
                      <a16:colId xmlns:a16="http://schemas.microsoft.com/office/drawing/2014/main" val="93706038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디자인페이지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게시판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프로그램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07364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E581B9C-5A08-4586-A6EC-055AD9B2B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828740"/>
              </p:ext>
            </p:extLst>
          </p:nvPr>
        </p:nvGraphicFramePr>
        <p:xfrm>
          <a:off x="647821" y="1908036"/>
          <a:ext cx="11182658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265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236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</a:rPr>
                        <a:t>메인페이지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E16D77A-2A4B-4890-BF6C-BA779281E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06107"/>
              </p:ext>
            </p:extLst>
          </p:nvPr>
        </p:nvGraphicFramePr>
        <p:xfrm>
          <a:off x="647821" y="2238836"/>
          <a:ext cx="8285592" cy="23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5592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1938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</a:rPr>
                        <a:t>사용자메뉴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C146120-3E51-4B24-971C-DD35C44B5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337062"/>
              </p:ext>
            </p:extLst>
          </p:nvPr>
        </p:nvGraphicFramePr>
        <p:xfrm>
          <a:off x="7847216" y="2513502"/>
          <a:ext cx="1086197" cy="59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7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995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FAQ</a:t>
                      </a:r>
                      <a:endParaRPr lang="ko-KR" altLang="en-US" sz="120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2EF076B2-6A3C-447C-93A9-8B073CF43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65893"/>
              </p:ext>
            </p:extLst>
          </p:nvPr>
        </p:nvGraphicFramePr>
        <p:xfrm>
          <a:off x="7847215" y="3224535"/>
          <a:ext cx="1086198" cy="601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FAQ</a:t>
                      </a:r>
                      <a:endParaRPr kumimoji="0" lang="ko-KR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613922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1:1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문의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09806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B1F66D9D-50A0-411B-976B-3D6867A1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24671"/>
              </p:ext>
            </p:extLst>
          </p:nvPr>
        </p:nvGraphicFramePr>
        <p:xfrm>
          <a:off x="10615234" y="2513502"/>
          <a:ext cx="1215244" cy="59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244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99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E32606B-71DA-49E3-9109-FCB734311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46672"/>
              </p:ext>
            </p:extLst>
          </p:nvPr>
        </p:nvGraphicFramePr>
        <p:xfrm>
          <a:off x="10615234" y="3224535"/>
          <a:ext cx="1215245" cy="120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245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주문내역조회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50948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1:1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문의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395862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회원정보수정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941105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회원탈퇴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216288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BF005DCD-6187-44E6-96C4-C9F728FE2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20300"/>
              </p:ext>
            </p:extLst>
          </p:nvPr>
        </p:nvGraphicFramePr>
        <p:xfrm>
          <a:off x="9301435" y="2238836"/>
          <a:ext cx="2529043" cy="23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043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1938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</a:rPr>
                        <a:t>사용자메뉴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9ABE93E-F81A-4AFA-B17B-CBA7DDE46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11556"/>
              </p:ext>
            </p:extLst>
          </p:nvPr>
        </p:nvGraphicFramePr>
        <p:xfrm>
          <a:off x="9298677" y="2513502"/>
          <a:ext cx="1215244" cy="59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244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99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로그인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69035578-C85D-4E86-ABE4-F0B553756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17332"/>
              </p:ext>
            </p:extLst>
          </p:nvPr>
        </p:nvGraphicFramePr>
        <p:xfrm>
          <a:off x="9298675" y="3224535"/>
          <a:ext cx="1215245" cy="120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245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로그인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회원가입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50948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ID/PW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찾기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395862"/>
                  </a:ext>
                </a:extLst>
              </a:tr>
              <a:tr h="3006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비회원 주문조회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921921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EC38540-7BFC-4989-B36D-2829EAB9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424605"/>
              </p:ext>
            </p:extLst>
          </p:nvPr>
        </p:nvGraphicFramePr>
        <p:xfrm>
          <a:off x="647821" y="2523916"/>
          <a:ext cx="1086197" cy="58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7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89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</a:p>
                    <a:p>
                      <a:pPr algn="ctr" latinLnBrk="1"/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카테고리</a:t>
                      </a:r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97C2256-E2CC-4AAB-AEDA-9FB0F4A9E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95839"/>
              </p:ext>
            </p:extLst>
          </p:nvPr>
        </p:nvGraphicFramePr>
        <p:xfrm>
          <a:off x="647821" y="3234950"/>
          <a:ext cx="1086198" cy="2381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edition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cutlery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768777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living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247530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poster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241462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books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014238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apparel 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995294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7B553E90-B549-429E-98E7-F3C088327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40539"/>
              </p:ext>
            </p:extLst>
          </p:nvPr>
        </p:nvGraphicFramePr>
        <p:xfrm>
          <a:off x="1835332" y="2523916"/>
          <a:ext cx="1111696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696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4511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 err="1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piknic</a:t>
                      </a:r>
                      <a:r>
                        <a:rPr lang="en-US" altLang="ko-KR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 exclusive</a:t>
                      </a:r>
                    </a:p>
                    <a:p>
                      <a:pPr algn="ctr" latinLnBrk="1"/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카테고리</a:t>
                      </a:r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13D475D1-415A-469F-B7FF-F4182EBCB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145052"/>
              </p:ext>
            </p:extLst>
          </p:nvPr>
        </p:nvGraphicFramePr>
        <p:xfrm>
          <a:off x="1848081" y="3234950"/>
          <a:ext cx="1086198" cy="1984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Deux garçons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PLYS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768777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Lawn chair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995294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MMO garden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253433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WETPOT SYSTEM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25075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73070882-5346-4ABD-884E-52A447CB7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31122"/>
              </p:ext>
            </p:extLst>
          </p:nvPr>
        </p:nvGraphicFramePr>
        <p:xfrm>
          <a:off x="3048341" y="3234950"/>
          <a:ext cx="1086198" cy="317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8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François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Halard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Grand Tour 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korea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768777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Saul Leiter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995294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Gardening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85467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Mindfulness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06449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Peter Pabst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20906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Jasper Morrison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64440"/>
                  </a:ext>
                </a:extLst>
              </a:tr>
              <a:tr h="3968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Ryuichi Sakamoto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0029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CBF0859-BD49-4EA2-A8F7-3BA61CB9B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803128"/>
              </p:ext>
            </p:extLst>
          </p:nvPr>
        </p:nvGraphicFramePr>
        <p:xfrm>
          <a:off x="3048341" y="2523916"/>
          <a:ext cx="1086197" cy="58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7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89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Exhibition</a:t>
                      </a:r>
                    </a:p>
                    <a:p>
                      <a:pPr algn="ctr" latinLnBrk="1"/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카테고리</a:t>
                      </a:r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C307CA9D-3BF6-4F89-A0EE-75901B334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863100"/>
              </p:ext>
            </p:extLst>
          </p:nvPr>
        </p:nvGraphicFramePr>
        <p:xfrm>
          <a:off x="4246633" y="2523916"/>
          <a:ext cx="1086197" cy="58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97">
                  <a:extLst>
                    <a:ext uri="{9D8B030D-6E8A-4147-A177-3AD203B41FA5}">
                      <a16:colId xmlns:a16="http://schemas.microsoft.com/office/drawing/2014/main" val="2452189265"/>
                    </a:ext>
                  </a:extLst>
                </a:gridCol>
              </a:tblGrid>
              <a:tr h="589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Books</a:t>
                      </a:r>
                    </a:p>
                    <a:p>
                      <a:pPr algn="ctr" latinLnBrk="1"/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카테고리</a:t>
                      </a:r>
                      <a:r>
                        <a:rPr lang="en-US" altLang="ko-KR" sz="105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90358"/>
                  </a:ext>
                </a:extLst>
              </a:tr>
            </a:tbl>
          </a:graphicData>
        </a:graphic>
      </p:graphicFrame>
      <p:sp>
        <p:nvSpPr>
          <p:cNvPr id="23" name="AutoShape 256">
            <a:extLst>
              <a:ext uri="{FF2B5EF4-FFF2-40B4-BE49-F238E27FC236}">
                <a16:creationId xmlns:a16="http://schemas.microsoft.com/office/drawing/2014/main" id="{681DE808-E2C5-4183-BDC1-2702A152C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97" y="3187763"/>
            <a:ext cx="498738" cy="165851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2Depth</a:t>
            </a:r>
          </a:p>
        </p:txBody>
      </p:sp>
      <p:sp>
        <p:nvSpPr>
          <p:cNvPr id="22" name="AutoShape 256">
            <a:extLst>
              <a:ext uri="{FF2B5EF4-FFF2-40B4-BE49-F238E27FC236}">
                <a16:creationId xmlns:a16="http://schemas.microsoft.com/office/drawing/2014/main" id="{751C7186-BBA2-4F93-B1F0-6A471C206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97" y="2475056"/>
            <a:ext cx="498738" cy="165851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1Depth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692D4B-7EF7-A632-C821-DBA2DE7E3C6E}"/>
              </a:ext>
            </a:extLst>
          </p:cNvPr>
          <p:cNvSpPr/>
          <p:nvPr/>
        </p:nvSpPr>
        <p:spPr>
          <a:xfrm>
            <a:off x="9082104" y="5719227"/>
            <a:ext cx="2843196" cy="77856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기존 최초 메뉴 카테고리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935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A6CCA4-F858-44EF-8A1F-AA134BF2FED7}"/>
              </a:ext>
            </a:extLst>
          </p:cNvPr>
          <p:cNvSpPr txBox="1"/>
          <p:nvPr/>
        </p:nvSpPr>
        <p:spPr>
          <a:xfrm>
            <a:off x="0" y="14857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b="1" dirty="0">
                <a:latin typeface="+mn-ea"/>
              </a:rPr>
              <a:t>기본정보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하단정보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93987E-F851-4112-94AD-83EBC38FF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95032"/>
              </p:ext>
            </p:extLst>
          </p:nvPr>
        </p:nvGraphicFramePr>
        <p:xfrm>
          <a:off x="635732" y="836712"/>
          <a:ext cx="10920536" cy="4434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13">
                  <a:extLst>
                    <a:ext uri="{9D8B030D-6E8A-4147-A177-3AD203B41FA5}">
                      <a16:colId xmlns:a16="http://schemas.microsoft.com/office/drawing/2014/main" val="1363710777"/>
                    </a:ext>
                  </a:extLst>
                </a:gridCol>
                <a:gridCol w="6564647">
                  <a:extLst>
                    <a:ext uri="{9D8B030D-6E8A-4147-A177-3AD203B41FA5}">
                      <a16:colId xmlns:a16="http://schemas.microsoft.com/office/drawing/2014/main" val="53193749"/>
                    </a:ext>
                  </a:extLst>
                </a:gridCol>
                <a:gridCol w="2373876">
                  <a:extLst>
                    <a:ext uri="{9D8B030D-6E8A-4147-A177-3AD203B41FA5}">
                      <a16:colId xmlns:a16="http://schemas.microsoft.com/office/drawing/2014/main" val="3073479083"/>
                    </a:ext>
                  </a:extLst>
                </a:gridCol>
              </a:tblGrid>
              <a:tr h="2564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내용입력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하단정보 표기 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636849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사업자명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733630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브랜드명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1641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대표자명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693647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사업자번호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618878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사업자주소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376886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대표번호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96094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이메일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085298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팩스번호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608633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고객센터 업무시간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300773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개인정보관리자 이름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직책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5507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개인정보관리자 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88401"/>
                  </a:ext>
                </a:extLst>
              </a:tr>
              <a:tr h="281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개인정보관리자 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973632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통신판매업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083063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무통장 입금계좌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375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9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A6CCA4-F858-44EF-8A1F-AA134BF2FED7}"/>
              </a:ext>
            </a:extLst>
          </p:cNvPr>
          <p:cNvSpPr txBox="1"/>
          <p:nvPr/>
        </p:nvSpPr>
        <p:spPr>
          <a:xfrm>
            <a:off x="0" y="14857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b="1" dirty="0">
                <a:latin typeface="+mn-ea"/>
              </a:rPr>
              <a:t>참고사이트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8D0B64A-0568-4869-AE95-B82A68FEE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424636"/>
              </p:ext>
            </p:extLst>
          </p:nvPr>
        </p:nvGraphicFramePr>
        <p:xfrm>
          <a:off x="547809" y="994084"/>
          <a:ext cx="10920536" cy="3888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924">
                  <a:extLst>
                    <a:ext uri="{9D8B030D-6E8A-4147-A177-3AD203B41FA5}">
                      <a16:colId xmlns:a16="http://schemas.microsoft.com/office/drawing/2014/main" val="1363710777"/>
                    </a:ext>
                  </a:extLst>
                </a:gridCol>
                <a:gridCol w="6182736">
                  <a:extLst>
                    <a:ext uri="{9D8B030D-6E8A-4147-A177-3AD203B41FA5}">
                      <a16:colId xmlns:a16="http://schemas.microsoft.com/office/drawing/2014/main" val="53193749"/>
                    </a:ext>
                  </a:extLst>
                </a:gridCol>
                <a:gridCol w="2373876">
                  <a:extLst>
                    <a:ext uri="{9D8B030D-6E8A-4147-A177-3AD203B41FA5}">
                      <a16:colId xmlns:a16="http://schemas.microsoft.com/office/drawing/2014/main" val="3073479083"/>
                    </a:ext>
                  </a:extLst>
                </a:gridCol>
              </a:tblGrid>
              <a:tr h="68519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>
                          <a:solidFill>
                            <a:schemeClr val="bg1"/>
                          </a:solidFill>
                        </a:rPr>
                        <a:t>URL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참고 이유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기타사항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636849"/>
                  </a:ext>
                </a:extLst>
              </a:tr>
              <a:tr h="8008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https://lol-distribution.com/pages/about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 레이아웃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733630"/>
                  </a:ext>
                </a:extLst>
              </a:tr>
              <a:tr h="8008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https://store.moma.org/en-kr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 확장 기능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1641"/>
                  </a:ext>
                </a:extLst>
              </a:tr>
              <a:tr h="80080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693647"/>
                  </a:ext>
                </a:extLst>
              </a:tr>
              <a:tr h="80080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61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92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/>
              <a:t>0-1 </a:t>
            </a:r>
            <a:r>
              <a:rPr lang="ko-KR" altLang="en-US"/>
              <a:t>메인페이지 </a:t>
            </a:r>
            <a:r>
              <a:rPr lang="en-US" altLang="ko-KR"/>
              <a:t>– main visual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648842"/>
              </p:ext>
            </p:extLst>
          </p:nvPr>
        </p:nvGraphicFramePr>
        <p:xfrm>
          <a:off x="8829675" y="752260"/>
          <a:ext cx="3095625" cy="488421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55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메인 비주얼 영역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&amp; GNB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 영역</a:t>
                      </a:r>
                      <a:endParaRPr lang="en-US" altLang="ko-KR" sz="800" b="1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좌측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GNB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스크롤 시 고정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카테고리 메뉴 클릭 시 우측으로 메뉴바 확장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회원가입 아이콘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로그인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회원가입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장바구니 아이콘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 회원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마이페이지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&gt;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장바구니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비로그인 회원 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회원가입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카테고리 메뉴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메뉴 관리자 등록관리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노출 순서 관리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메뉴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커서 올릴 시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1)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하단에 하위 카테고리 메뉴 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2)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우측으로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메뉴바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확장되며 베스트 셀러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노출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3)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호버시 언더라인으로 적용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이미지 등록관리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PC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용 이미지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Mobile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용 규격 이미지 각각 등록관리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 등록관리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등록갯수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협의 필요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랜딩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URL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등록관리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 클릭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노출 순서 관리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카테고리 수정 내용 정리해드립니다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동일하게 커서를 올릴 시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하위 카테고리가 펼쳐지는 모션으로 해주세요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디자인 진행 시 해당 메뉴로 적용하겠습니다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6AD7902-43A4-4D83-93CF-BC246AEDB295}"/>
              </a:ext>
            </a:extLst>
          </p:cNvPr>
          <p:cNvGrpSpPr/>
          <p:nvPr/>
        </p:nvGrpSpPr>
        <p:grpSpPr>
          <a:xfrm>
            <a:off x="2351314" y="752259"/>
            <a:ext cx="6397032" cy="5935923"/>
            <a:chOff x="262550" y="1896962"/>
            <a:chExt cx="8519311" cy="4507192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B94D984A-6947-4CF7-8F77-4F6EC9837DE7}"/>
                </a:ext>
              </a:extLst>
            </p:cNvPr>
            <p:cNvCxnSpPr>
              <a:cxnSpLocks/>
            </p:cNvCxnSpPr>
            <p:nvPr/>
          </p:nvCxnSpPr>
          <p:spPr>
            <a:xfrm>
              <a:off x="262550" y="1896962"/>
              <a:ext cx="8492151" cy="450719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EE0F162-946F-4301-870F-B6F49F4B10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550" y="1904582"/>
              <a:ext cx="8519311" cy="449957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86901EE-5118-4927-80EB-C1497612886F}"/>
                </a:ext>
              </a:extLst>
            </p:cNvPr>
            <p:cNvSpPr/>
            <p:nvPr/>
          </p:nvSpPr>
          <p:spPr>
            <a:xfrm>
              <a:off x="262550" y="1904582"/>
              <a:ext cx="8492151" cy="4499572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356FC7F-8DCA-4F86-B509-D8A961094DFD}"/>
              </a:ext>
            </a:extLst>
          </p:cNvPr>
          <p:cNvSpPr/>
          <p:nvPr/>
        </p:nvSpPr>
        <p:spPr>
          <a:xfrm>
            <a:off x="2757755" y="5811964"/>
            <a:ext cx="1248761" cy="4066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BUTTON</a:t>
            </a:r>
            <a:endParaRPr lang="en-US" altLang="ko-KR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870E0-8D42-4E2A-BE71-D2083D224ED1}"/>
              </a:ext>
            </a:extLst>
          </p:cNvPr>
          <p:cNvSpPr txBox="1"/>
          <p:nvPr/>
        </p:nvSpPr>
        <p:spPr>
          <a:xfrm>
            <a:off x="2705466" y="4873064"/>
            <a:ext cx="27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텍스트</a:t>
            </a:r>
            <a:r>
              <a:rPr lang="en-US" altLang="ko-KR" sz="1400"/>
              <a:t> </a:t>
            </a:r>
            <a:r>
              <a:rPr lang="ko-KR" altLang="en-US" sz="1400"/>
              <a:t>영역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6D78A1-AB48-4415-9B13-33C12A3FE753}"/>
              </a:ext>
            </a:extLst>
          </p:cNvPr>
          <p:cNvSpPr txBox="1"/>
          <p:nvPr/>
        </p:nvSpPr>
        <p:spPr>
          <a:xfrm>
            <a:off x="2705466" y="5175332"/>
            <a:ext cx="2778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텍스트</a:t>
            </a:r>
            <a:r>
              <a:rPr lang="en-US" altLang="ko-KR" sz="2400" b="1"/>
              <a:t> </a:t>
            </a:r>
            <a:r>
              <a:rPr lang="ko-KR" altLang="en-US" sz="2400" b="1"/>
              <a:t>영역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644F2C7-B641-4017-98FF-4134F1AD14C6}"/>
              </a:ext>
            </a:extLst>
          </p:cNvPr>
          <p:cNvSpPr/>
          <p:nvPr/>
        </p:nvSpPr>
        <p:spPr>
          <a:xfrm>
            <a:off x="3502878" y="3652432"/>
            <a:ext cx="4073510" cy="16944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A5A5A5"/>
                </a:solidFill>
              </a:rPr>
              <a:t>비주얼</a:t>
            </a:r>
            <a:r>
              <a:rPr lang="en-US" altLang="ko-KR" sz="1000">
                <a:solidFill>
                  <a:srgbClr val="A5A5A5"/>
                </a:solidFill>
              </a:rPr>
              <a:t> </a:t>
            </a:r>
            <a:r>
              <a:rPr lang="ko-KR" altLang="en-US" sz="1000">
                <a:solidFill>
                  <a:srgbClr val="A5A5A5"/>
                </a:solidFill>
              </a:rPr>
              <a:t>이미지</a:t>
            </a:r>
            <a:endParaRPr lang="en-US" altLang="ko-KR" sz="1000" dirty="0">
              <a:solidFill>
                <a:srgbClr val="A5A5A5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7F398B-B17E-486F-8B52-E61D4797EE4B}"/>
              </a:ext>
            </a:extLst>
          </p:cNvPr>
          <p:cNvGrpSpPr/>
          <p:nvPr/>
        </p:nvGrpSpPr>
        <p:grpSpPr>
          <a:xfrm>
            <a:off x="8310573" y="3228019"/>
            <a:ext cx="128577" cy="791531"/>
            <a:chOff x="7992208" y="3257985"/>
            <a:chExt cx="89647" cy="551882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505D7CE2-4342-47D3-BB6D-4C481440D9A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FF8D92D-0955-49D3-8F7E-71F2BC7D54A3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EFFFBC9C-60C9-4929-9A1B-EE6727C5D14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0C6BBFC1-2B77-4E1A-842F-4C3ECEF550E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AutoShape 256">
            <a:extLst>
              <a:ext uri="{FF2B5EF4-FFF2-40B4-BE49-F238E27FC236}">
                <a16:creationId xmlns:a16="http://schemas.microsoft.com/office/drawing/2014/main" id="{028C67EA-3705-ADC3-F460-D6BAC190B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44" y="550658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2" name="AutoShape 256">
            <a:extLst>
              <a:ext uri="{FF2B5EF4-FFF2-40B4-BE49-F238E27FC236}">
                <a16:creationId xmlns:a16="http://schemas.microsoft.com/office/drawing/2014/main" id="{675661C7-49A0-3FDE-4DEF-852A92898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95" y="509772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3" name="AutoShape 256">
            <a:extLst>
              <a:ext uri="{FF2B5EF4-FFF2-40B4-BE49-F238E27FC236}">
                <a16:creationId xmlns:a16="http://schemas.microsoft.com/office/drawing/2014/main" id="{8FD18CA4-8148-C87C-DEA6-5B5BE8422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15" y="1643481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51" name="AutoShape 256">
            <a:extLst>
              <a:ext uri="{FF2B5EF4-FFF2-40B4-BE49-F238E27FC236}">
                <a16:creationId xmlns:a16="http://schemas.microsoft.com/office/drawing/2014/main" id="{F2F5B93D-4AE8-42BB-8CFF-E9C6C2A1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920" y="67302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>
                <a:solidFill>
                  <a:srgbClr val="FFFFFF"/>
                </a:solidFill>
                <a:latin typeface="+mn-ea"/>
                <a:ea typeface="+mn-ea"/>
              </a:rPr>
              <a:t>4</a:t>
            </a:r>
            <a:endParaRPr lang="en-US" altLang="ko-KR" sz="10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22D328-2579-68D7-2184-A4F60CF3C7B2}"/>
              </a:ext>
            </a:extLst>
          </p:cNvPr>
          <p:cNvSpPr txBox="1"/>
          <p:nvPr/>
        </p:nvSpPr>
        <p:spPr>
          <a:xfrm>
            <a:off x="-2250271" y="1456619"/>
            <a:ext cx="210709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Exhibition </a:t>
            </a:r>
            <a:r>
              <a:rPr lang="ko-KR" altLang="en-US" sz="900" b="1" dirty="0"/>
              <a:t>하위 카테고리 </a:t>
            </a:r>
            <a:endParaRPr lang="en-US" altLang="ko-KR" sz="900" b="1" dirty="0"/>
          </a:p>
          <a:p>
            <a:endParaRPr lang="en-US" altLang="ko-KR" sz="900" dirty="0"/>
          </a:p>
          <a:p>
            <a:r>
              <a:rPr lang="en-US" altLang="ko-KR" sz="900" dirty="0"/>
              <a:t> - François </a:t>
            </a:r>
            <a:r>
              <a:rPr lang="en-US" altLang="ko-KR" sz="900" dirty="0" err="1"/>
              <a:t>Halard</a:t>
            </a:r>
            <a:endParaRPr lang="en-US" altLang="ko-KR" sz="900" dirty="0"/>
          </a:p>
          <a:p>
            <a:r>
              <a:rPr lang="en-US" altLang="ko-KR" sz="900" dirty="0"/>
              <a:t> - Grand Tour </a:t>
            </a:r>
            <a:r>
              <a:rPr lang="en-US" altLang="ko-KR" sz="900" dirty="0" err="1"/>
              <a:t>korea</a:t>
            </a:r>
            <a:endParaRPr lang="en-US" altLang="ko-KR" sz="900" dirty="0"/>
          </a:p>
          <a:p>
            <a:r>
              <a:rPr lang="en-US" altLang="ko-KR" sz="900" dirty="0"/>
              <a:t> - Saul Leiter</a:t>
            </a:r>
          </a:p>
          <a:p>
            <a:r>
              <a:rPr lang="en-US" altLang="ko-KR" sz="900" dirty="0"/>
              <a:t> - Gardening</a:t>
            </a:r>
          </a:p>
          <a:p>
            <a:r>
              <a:rPr lang="en-US" altLang="ko-KR" sz="900" dirty="0"/>
              <a:t> - Mindfulness</a:t>
            </a:r>
          </a:p>
          <a:p>
            <a:r>
              <a:rPr lang="en-US" altLang="ko-KR" sz="900" dirty="0"/>
              <a:t> - Peter Pabst</a:t>
            </a:r>
          </a:p>
          <a:p>
            <a:r>
              <a:rPr lang="en-US" altLang="ko-KR" sz="900" dirty="0"/>
              <a:t> - Jasper Morrison</a:t>
            </a:r>
          </a:p>
          <a:p>
            <a:r>
              <a:rPr lang="en-US" altLang="ko-KR" sz="900" dirty="0"/>
              <a:t> - Ryuichi Sakamoto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2448A4-8B43-7D1E-1492-C4D0FD9A53CC}"/>
              </a:ext>
            </a:extLst>
          </p:cNvPr>
          <p:cNvSpPr txBox="1"/>
          <p:nvPr/>
        </p:nvSpPr>
        <p:spPr>
          <a:xfrm>
            <a:off x="-2250271" y="495026"/>
            <a:ext cx="210709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 err="1"/>
              <a:t>piknic</a:t>
            </a:r>
            <a:r>
              <a:rPr lang="en-US" altLang="ko-KR" sz="900" b="1" dirty="0"/>
              <a:t> exclusive </a:t>
            </a:r>
            <a:r>
              <a:rPr lang="ko-KR" altLang="en-US" sz="900" b="1" dirty="0"/>
              <a:t>하위 카테고리 </a:t>
            </a:r>
            <a:endParaRPr lang="en-US" altLang="ko-KR" sz="900" b="1" dirty="0"/>
          </a:p>
          <a:p>
            <a:endParaRPr lang="en-US" altLang="ko-KR" sz="900" dirty="0"/>
          </a:p>
          <a:p>
            <a:r>
              <a:rPr lang="en-US" altLang="ko-KR" sz="900" dirty="0"/>
              <a:t> - </a:t>
            </a:r>
            <a:r>
              <a:rPr lang="en-US" altLang="ko-KR" sz="900" dirty="0" err="1"/>
              <a:t>piknic</a:t>
            </a:r>
            <a:r>
              <a:rPr lang="en-US" altLang="ko-KR" sz="900" dirty="0"/>
              <a:t> edition</a:t>
            </a:r>
          </a:p>
          <a:p>
            <a:r>
              <a:rPr lang="en-US" altLang="ko-KR" sz="900" dirty="0"/>
              <a:t> - </a:t>
            </a:r>
            <a:r>
              <a:rPr lang="en-US" altLang="ko-KR" sz="900" dirty="0" err="1"/>
              <a:t>piknic</a:t>
            </a:r>
            <a:r>
              <a:rPr lang="en-US" altLang="ko-KR" sz="900" dirty="0"/>
              <a:t> × PLYS</a:t>
            </a:r>
          </a:p>
          <a:p>
            <a:r>
              <a:rPr lang="en-US" altLang="ko-KR" sz="900" dirty="0"/>
              <a:t> - </a:t>
            </a:r>
            <a:r>
              <a:rPr lang="en-US" altLang="ko-KR" sz="900" dirty="0" err="1"/>
              <a:t>piknic</a:t>
            </a:r>
            <a:r>
              <a:rPr lang="en-US" altLang="ko-KR" sz="900" dirty="0"/>
              <a:t> × Lawn Chair</a:t>
            </a:r>
          </a:p>
          <a:p>
            <a:r>
              <a:rPr lang="en-US" altLang="ko-KR" sz="900" dirty="0"/>
              <a:t> - </a:t>
            </a:r>
            <a:r>
              <a:rPr lang="en-US" altLang="ko-KR" sz="900" dirty="0" err="1"/>
              <a:t>piknic</a:t>
            </a:r>
            <a:r>
              <a:rPr lang="en-US" altLang="ko-KR" sz="900" dirty="0"/>
              <a:t> × </a:t>
            </a:r>
            <a:r>
              <a:rPr lang="en-US" altLang="ko-KR" sz="900" dirty="0" err="1"/>
              <a:t>mmo</a:t>
            </a:r>
            <a:r>
              <a:rPr lang="en-US" altLang="ko-KR" sz="900" dirty="0"/>
              <a:t> Backpack</a:t>
            </a:r>
            <a:endParaRPr lang="ko-KR" alt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8D4F36-6888-14CD-1421-B4C2BA09BC17}"/>
              </a:ext>
            </a:extLst>
          </p:cNvPr>
          <p:cNvSpPr txBox="1"/>
          <p:nvPr/>
        </p:nvSpPr>
        <p:spPr>
          <a:xfrm>
            <a:off x="-2250271" y="2969331"/>
            <a:ext cx="2107095" cy="10618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Lifestyle </a:t>
            </a:r>
            <a:r>
              <a:rPr lang="ko-KR" altLang="en-US" sz="900" b="1" dirty="0"/>
              <a:t>하위 카테고리 </a:t>
            </a:r>
            <a:endParaRPr lang="en-US" altLang="ko-KR" sz="900" b="1" dirty="0"/>
          </a:p>
          <a:p>
            <a:endParaRPr lang="en-US" altLang="ko-KR" sz="900" dirty="0"/>
          </a:p>
          <a:p>
            <a:r>
              <a:rPr lang="en-US" altLang="ko-KR" sz="900" dirty="0"/>
              <a:t> - Living</a:t>
            </a:r>
          </a:p>
          <a:p>
            <a:r>
              <a:rPr lang="en-US" altLang="ko-KR" sz="900" dirty="0"/>
              <a:t> - Kitchen &amp; Dining</a:t>
            </a:r>
          </a:p>
          <a:p>
            <a:r>
              <a:rPr lang="en-US" altLang="ko-KR" sz="900" dirty="0"/>
              <a:t> - Gardening  </a:t>
            </a:r>
          </a:p>
          <a:p>
            <a:r>
              <a:rPr lang="en-US" altLang="ko-KR" sz="900" dirty="0"/>
              <a:t> - Apparel </a:t>
            </a:r>
          </a:p>
          <a:p>
            <a:r>
              <a:rPr lang="en-US" altLang="ko-KR" sz="900" dirty="0"/>
              <a:t> - Accessories</a:t>
            </a:r>
            <a:endParaRPr lang="ko-KR" altLang="en-US" sz="9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C4B1615-2B81-1BD0-4A24-5921F15207F6}"/>
              </a:ext>
            </a:extLst>
          </p:cNvPr>
          <p:cNvCxnSpPr>
            <a:cxnSpLocks/>
            <a:stCxn id="29" idx="1"/>
            <a:endCxn id="16" idx="3"/>
          </p:cNvCxnSpPr>
          <p:nvPr/>
        </p:nvCxnSpPr>
        <p:spPr>
          <a:xfrm flipH="1" flipV="1">
            <a:off x="-143176" y="956691"/>
            <a:ext cx="546620" cy="127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E0D37BF-D6EC-CC87-FCE5-36C44DE063AC}"/>
              </a:ext>
            </a:extLst>
          </p:cNvPr>
          <p:cNvCxnSpPr>
            <a:cxnSpLocks/>
            <a:stCxn id="30" idx="1"/>
            <a:endCxn id="15" idx="3"/>
          </p:cNvCxnSpPr>
          <p:nvPr/>
        </p:nvCxnSpPr>
        <p:spPr>
          <a:xfrm flipH="1" flipV="1">
            <a:off x="-143176" y="2195283"/>
            <a:ext cx="546620" cy="334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2BC091D-C6D4-90A2-08AA-3CF53FEF3C28}"/>
              </a:ext>
            </a:extLst>
          </p:cNvPr>
          <p:cNvCxnSpPr>
            <a:cxnSpLocks/>
            <a:stCxn id="10" idx="1"/>
            <a:endCxn id="19" idx="3"/>
          </p:cNvCxnSpPr>
          <p:nvPr/>
        </p:nvCxnSpPr>
        <p:spPr>
          <a:xfrm flipH="1">
            <a:off x="-143176" y="2827659"/>
            <a:ext cx="546620" cy="672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7" name="그룹 1036">
            <a:extLst>
              <a:ext uri="{FF2B5EF4-FFF2-40B4-BE49-F238E27FC236}">
                <a16:creationId xmlns:a16="http://schemas.microsoft.com/office/drawing/2014/main" id="{0AA321FE-C85C-51A9-85D2-AB925E1F0429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C4A9251-CD46-DBC9-9270-8B7C0A128D0D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BD5EFEA-E2E5-89C2-FCAE-C9D8EF21E187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AFC993-0DB9-5B96-789A-0D241B6A5C66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C99C6F-67B4-ED2D-4CD6-1544CE0DC5A6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ED348B-7605-568A-D229-110BBDECFF48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0357EC3B-87B3-24D7-63B0-2B64E8C8A1A9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52" name="Picture 2" descr="로그인 - 무료 사람들개 아이콘">
              <a:extLst>
                <a:ext uri="{FF2B5EF4-FFF2-40B4-BE49-F238E27FC236}">
                  <a16:creationId xmlns:a16="http://schemas.microsoft.com/office/drawing/2014/main" id="{F1DA2AFD-56C8-57E4-15B0-4E820C872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F0465222-D808-9359-3359-DCF0F26FF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9648D699-F6C5-2905-E1B5-7DA508AF7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3413142F-4184-2052-47D3-B8C40860B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14C89B98-F8F0-1C27-5CEE-3F4DC9AE1F35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158FE4F7-9452-6522-E7C8-AAB069822102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24" name="직선 연결선 1023">
              <a:extLst>
                <a:ext uri="{FF2B5EF4-FFF2-40B4-BE49-F238E27FC236}">
                  <a16:creationId xmlns:a16="http://schemas.microsoft.com/office/drawing/2014/main" id="{E1AA9620-151B-0AD9-565D-A95B7A6BB6E9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37553A63-C087-95D1-2AF3-497A86BE6B62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FF0000"/>
                  </a:solidFill>
                </a:rPr>
                <a:t>Login/my account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6AD5AC94-9451-1D2D-612E-4C226709AB5C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FF0000"/>
                  </a:solidFill>
                </a:rPr>
                <a:t>cart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77D4CA-B91A-B815-CDBD-19D16B2BA29D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CFE54A9-0DD6-7315-3D1A-33E4EDC4D792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BE84CD-C80E-45F5-3874-C49ADD94C3C2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FB56884-4490-D0B2-AAF0-15B1DD844B21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F36000-0303-2B14-8263-997F14F4D725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C8687E-9574-22F1-CD3F-59EE359E6881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43D512-A209-34A3-E578-604881CA40E2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E2B308-7BA6-3251-A0E1-9EE352BA523F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48B9C8B-63FA-9A83-9BEC-B6A7B1B8454C}"/>
              </a:ext>
            </a:extLst>
          </p:cNvPr>
          <p:cNvSpPr txBox="1"/>
          <p:nvPr/>
        </p:nvSpPr>
        <p:spPr>
          <a:xfrm>
            <a:off x="-2250271" y="4066544"/>
            <a:ext cx="2107095" cy="7848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Paper &amp; Desk </a:t>
            </a:r>
            <a:r>
              <a:rPr lang="ko-KR" altLang="en-US" sz="900" b="1" dirty="0"/>
              <a:t>하위 카테고리 </a:t>
            </a:r>
            <a:endParaRPr lang="en-US" altLang="ko-KR" sz="900" b="1" dirty="0"/>
          </a:p>
          <a:p>
            <a:endParaRPr lang="en-US" altLang="ko-KR" sz="900" dirty="0"/>
          </a:p>
          <a:p>
            <a:r>
              <a:rPr lang="en-US" altLang="ko-KR" sz="900" dirty="0"/>
              <a:t> - Posters </a:t>
            </a:r>
          </a:p>
          <a:p>
            <a:r>
              <a:rPr lang="en-US" altLang="ko-KR" sz="900" dirty="0"/>
              <a:t> - Prints </a:t>
            </a:r>
          </a:p>
          <a:p>
            <a:r>
              <a:rPr lang="en-US" altLang="ko-KR" sz="900" dirty="0"/>
              <a:t> - Stationery</a:t>
            </a:r>
            <a:endParaRPr lang="ko-KR" altLang="en-US" sz="9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99B3F6B-358E-01D0-4555-2776F85D25AD}"/>
              </a:ext>
            </a:extLst>
          </p:cNvPr>
          <p:cNvCxnSpPr>
            <a:cxnSpLocks/>
            <a:stCxn id="18" idx="1"/>
            <a:endCxn id="40" idx="3"/>
          </p:cNvCxnSpPr>
          <p:nvPr/>
        </p:nvCxnSpPr>
        <p:spPr>
          <a:xfrm flipH="1">
            <a:off x="-143176" y="3125523"/>
            <a:ext cx="546620" cy="1333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0A78598C-307A-BC97-BF02-6FE9A9923CEA}"/>
              </a:ext>
            </a:extLst>
          </p:cNvPr>
          <p:cNvSpPr txBox="1"/>
          <p:nvPr/>
        </p:nvSpPr>
        <p:spPr>
          <a:xfrm>
            <a:off x="-2250271" y="4891353"/>
            <a:ext cx="2107095" cy="7848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Books &amp; Culture</a:t>
            </a:r>
            <a:endParaRPr lang="en-US" altLang="ko-KR" sz="900" dirty="0"/>
          </a:p>
          <a:p>
            <a:r>
              <a:rPr lang="en-US" altLang="ko-KR" sz="900" dirty="0"/>
              <a:t> - Books</a:t>
            </a:r>
          </a:p>
          <a:p>
            <a:r>
              <a:rPr lang="en-US" altLang="ko-KR" sz="900" dirty="0"/>
              <a:t> - </a:t>
            </a:r>
            <a:r>
              <a:rPr lang="en-US" altLang="ko-KR" sz="900" dirty="0" err="1"/>
              <a:t>piknic</a:t>
            </a:r>
            <a:r>
              <a:rPr lang="en-US" altLang="ko-KR" sz="900" dirty="0"/>
              <a:t> Publications</a:t>
            </a:r>
          </a:p>
          <a:p>
            <a:r>
              <a:rPr lang="en-US" altLang="ko-KR" sz="900" dirty="0"/>
              <a:t> - Music Tech </a:t>
            </a:r>
          </a:p>
          <a:p>
            <a:r>
              <a:rPr lang="en-US" altLang="ko-KR" sz="900" dirty="0"/>
              <a:t> - Vinyl Records</a:t>
            </a:r>
            <a:endParaRPr lang="ko-KR" altLang="en-US" sz="900" dirty="0"/>
          </a:p>
        </p:txBody>
      </p: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122016AF-6F9B-C030-AA0F-E3AA587F9DF2}"/>
              </a:ext>
            </a:extLst>
          </p:cNvPr>
          <p:cNvCxnSpPr>
            <a:cxnSpLocks/>
            <a:stCxn id="20" idx="1"/>
            <a:endCxn id="1033" idx="3"/>
          </p:cNvCxnSpPr>
          <p:nvPr/>
        </p:nvCxnSpPr>
        <p:spPr>
          <a:xfrm flipH="1">
            <a:off x="-143176" y="3423386"/>
            <a:ext cx="546620" cy="1860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493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0-2. </a:t>
            </a:r>
            <a:r>
              <a:rPr lang="ko-KR" altLang="en-US" dirty="0" err="1"/>
              <a:t>메인페이지</a:t>
            </a:r>
            <a:r>
              <a:rPr lang="ko-KR" altLang="en-US" dirty="0"/>
              <a:t> </a:t>
            </a:r>
            <a:r>
              <a:rPr lang="en-US" altLang="ko-KR" dirty="0"/>
              <a:t>- GNB </a:t>
            </a:r>
            <a:r>
              <a:rPr lang="ko-KR" altLang="en-US" dirty="0"/>
              <a:t>확장 화면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52331"/>
              </p:ext>
            </p:extLst>
          </p:nvPr>
        </p:nvGraphicFramePr>
        <p:xfrm>
          <a:off x="8829675" y="752260"/>
          <a:ext cx="3095625" cy="463944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55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GNB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확장 화면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- 1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뎁스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호버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하단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뎁스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좌측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메뉴바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확장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동시 활성화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베스트 셀러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추천상품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각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베스트 셀러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추천상품 관리자 등록관리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카테고리에 커서를 올렸을 시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하위 카테고리가 노출되며 우측으로 영역 확장 부분에 노출되는 구역에만 베스트 셀러 노출을 하려고 합니다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이외의 페이지에서는 베스트 셀러 부분을 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on/off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가능 할지 여쭙니다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1</a:t>
                      </a:r>
                      <a:r>
                        <a:rPr lang="ko-KR" altLang="en-US" sz="800" b="1" baseline="0" dirty="0" err="1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및 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2</a:t>
                      </a:r>
                      <a:r>
                        <a:rPr lang="ko-KR" altLang="en-US" sz="800" b="1" baseline="0" dirty="0" err="1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메뉴 클릭 시 상단에 노출되는 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best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영역 말씀이시라면 해당 영역 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on/off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기능 가능합니다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추천 상품 </a:t>
                      </a:r>
                      <a:r>
                        <a:rPr lang="en-US" altLang="ko-KR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-&gt; recommended product </a:t>
                      </a: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 변경 부탁드려요</a:t>
                      </a:r>
                      <a:endParaRPr lang="en-US" altLang="ko-KR" sz="800" b="1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&gt;&gt;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변경하였습니다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  <a:endParaRPr lang="en-US" altLang="ko-KR" sz="800" b="1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메뉴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확장 영역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 best sellers, recommended product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- 1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카테고리 메뉴 </a:t>
                      </a:r>
                      <a:r>
                        <a:rPr lang="ko-KR" altLang="en-US" sz="8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호버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시에만 메뉴 확장 활성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시에는 해당 페이지로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- 2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카테고리 메뉴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호버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메뉴 확장 유지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- 2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카테고리 메뉴 클릭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페이지로 이동되며 메뉴 확장 비활성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6AD7902-43A4-4D83-93CF-BC246AEDB295}"/>
              </a:ext>
            </a:extLst>
          </p:cNvPr>
          <p:cNvGrpSpPr/>
          <p:nvPr/>
        </p:nvGrpSpPr>
        <p:grpSpPr>
          <a:xfrm>
            <a:off x="2351314" y="752259"/>
            <a:ext cx="6397032" cy="5935923"/>
            <a:chOff x="262550" y="1896962"/>
            <a:chExt cx="8519311" cy="4507192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B94D984A-6947-4CF7-8F77-4F6EC9837DE7}"/>
                </a:ext>
              </a:extLst>
            </p:cNvPr>
            <p:cNvCxnSpPr>
              <a:cxnSpLocks/>
            </p:cNvCxnSpPr>
            <p:nvPr/>
          </p:nvCxnSpPr>
          <p:spPr>
            <a:xfrm>
              <a:off x="262550" y="1896962"/>
              <a:ext cx="8492151" cy="450719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EE0F162-946F-4301-870F-B6F49F4B10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550" y="1904582"/>
              <a:ext cx="8519311" cy="449957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86901EE-5118-4927-80EB-C1497612886F}"/>
                </a:ext>
              </a:extLst>
            </p:cNvPr>
            <p:cNvSpPr/>
            <p:nvPr/>
          </p:nvSpPr>
          <p:spPr>
            <a:xfrm>
              <a:off x="262550" y="1904582"/>
              <a:ext cx="8492151" cy="4499572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356FC7F-8DCA-4F86-B509-D8A961094DFD}"/>
              </a:ext>
            </a:extLst>
          </p:cNvPr>
          <p:cNvSpPr/>
          <p:nvPr/>
        </p:nvSpPr>
        <p:spPr>
          <a:xfrm>
            <a:off x="2757755" y="5601918"/>
            <a:ext cx="1248761" cy="4066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BUTTON</a:t>
            </a:r>
            <a:endParaRPr lang="en-US" altLang="ko-KR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870E0-8D42-4E2A-BE71-D2083D224ED1}"/>
              </a:ext>
            </a:extLst>
          </p:cNvPr>
          <p:cNvSpPr txBox="1"/>
          <p:nvPr/>
        </p:nvSpPr>
        <p:spPr>
          <a:xfrm>
            <a:off x="2705466" y="5063777"/>
            <a:ext cx="27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텍스트</a:t>
            </a:r>
            <a:r>
              <a:rPr lang="en-US" altLang="ko-KR" sz="1400"/>
              <a:t> </a:t>
            </a:r>
            <a:r>
              <a:rPr lang="ko-KR" altLang="en-US" sz="1400"/>
              <a:t>영역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6D78A1-AB48-4415-9B13-33C12A3FE753}"/>
              </a:ext>
            </a:extLst>
          </p:cNvPr>
          <p:cNvSpPr txBox="1"/>
          <p:nvPr/>
        </p:nvSpPr>
        <p:spPr>
          <a:xfrm>
            <a:off x="2705466" y="5366045"/>
            <a:ext cx="2778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텍스트</a:t>
            </a:r>
            <a:r>
              <a:rPr lang="en-US" altLang="ko-KR" sz="2400" b="1"/>
              <a:t> </a:t>
            </a:r>
            <a:r>
              <a:rPr lang="ko-KR" altLang="en-US" sz="2400" b="1"/>
              <a:t>영역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644F2C7-B641-4017-98FF-4134F1AD14C6}"/>
              </a:ext>
            </a:extLst>
          </p:cNvPr>
          <p:cNvSpPr/>
          <p:nvPr/>
        </p:nvSpPr>
        <p:spPr>
          <a:xfrm>
            <a:off x="3502878" y="3652432"/>
            <a:ext cx="4073510" cy="16944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A5A5A5"/>
                </a:solidFill>
              </a:rPr>
              <a:t>비주얼</a:t>
            </a:r>
            <a:r>
              <a:rPr lang="en-US" altLang="ko-KR" sz="1000">
                <a:solidFill>
                  <a:srgbClr val="A5A5A5"/>
                </a:solidFill>
              </a:rPr>
              <a:t> </a:t>
            </a:r>
            <a:r>
              <a:rPr lang="ko-KR" altLang="en-US" sz="1000">
                <a:solidFill>
                  <a:srgbClr val="A5A5A5"/>
                </a:solidFill>
              </a:rPr>
              <a:t>이미지</a:t>
            </a:r>
            <a:endParaRPr lang="en-US" altLang="ko-KR" sz="1000" dirty="0">
              <a:solidFill>
                <a:srgbClr val="A5A5A5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7F398B-B17E-486F-8B52-E61D4797EE4B}"/>
              </a:ext>
            </a:extLst>
          </p:cNvPr>
          <p:cNvGrpSpPr/>
          <p:nvPr/>
        </p:nvGrpSpPr>
        <p:grpSpPr>
          <a:xfrm>
            <a:off x="8310573" y="3228019"/>
            <a:ext cx="128577" cy="791531"/>
            <a:chOff x="7992208" y="3257985"/>
            <a:chExt cx="89647" cy="551882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505D7CE2-4342-47D3-BB6D-4C481440D9A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FF8D92D-0955-49D3-8F7E-71F2BC7D54A3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EFFFBC9C-60C9-4929-9A1B-EE6727C5D14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0C6BBFC1-2B77-4E1A-842F-4C3ECEF550E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C332FD-C5C3-CB11-436B-1E69432A08A0}"/>
              </a:ext>
            </a:extLst>
          </p:cNvPr>
          <p:cNvSpPr/>
          <p:nvPr/>
        </p:nvSpPr>
        <p:spPr>
          <a:xfrm>
            <a:off x="2333625" y="733474"/>
            <a:ext cx="6419850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C2C7CA-3399-6738-60DA-5A5D53F4FF10}"/>
              </a:ext>
            </a:extLst>
          </p:cNvPr>
          <p:cNvSpPr/>
          <p:nvPr/>
        </p:nvSpPr>
        <p:spPr>
          <a:xfrm>
            <a:off x="2339339" y="731520"/>
            <a:ext cx="4073510" cy="6126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E05EF-3917-8104-5FB5-563F4BAA930A}"/>
              </a:ext>
            </a:extLst>
          </p:cNvPr>
          <p:cNvSpPr txBox="1"/>
          <p:nvPr/>
        </p:nvSpPr>
        <p:spPr>
          <a:xfrm>
            <a:off x="3689571" y="1301207"/>
            <a:ext cx="1373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400" b="1" kern="1200" dirty="0">
                <a:latin typeface="+mn-lt"/>
                <a:ea typeface="+mn-ea"/>
                <a:cs typeface="+mn-cs"/>
              </a:rPr>
              <a:t>best</a:t>
            </a:r>
            <a:r>
              <a:rPr lang="ko-KR" altLang="en-US" sz="1400" b="1" kern="1200" dirty="0">
                <a:latin typeface="+mn-lt"/>
                <a:ea typeface="+mn-ea"/>
                <a:cs typeface="+mn-cs"/>
              </a:rPr>
              <a:t> </a:t>
            </a:r>
            <a:r>
              <a:rPr lang="en-US" altLang="ko-KR" sz="1400" b="1" kern="1200" dirty="0">
                <a:latin typeface="+mn-lt"/>
                <a:ea typeface="+mn-ea"/>
                <a:cs typeface="+mn-cs"/>
              </a:rPr>
              <a:t>sellers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6F56970-21DB-E65D-212E-54C98DC7CE4C}"/>
              </a:ext>
            </a:extLst>
          </p:cNvPr>
          <p:cNvGrpSpPr/>
          <p:nvPr/>
        </p:nvGrpSpPr>
        <p:grpSpPr>
          <a:xfrm>
            <a:off x="3012295" y="1852710"/>
            <a:ext cx="1988442" cy="457987"/>
            <a:chOff x="2655718" y="1958326"/>
            <a:chExt cx="1988442" cy="45798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615BAC-CA4F-3EE4-7ED6-3BC58CCE9209}"/>
                </a:ext>
              </a:extLst>
            </p:cNvPr>
            <p:cNvSpPr txBox="1"/>
            <p:nvPr/>
          </p:nvSpPr>
          <p:spPr>
            <a:xfrm>
              <a:off x="3253744" y="1981994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b="1" kern="1200" dirty="0" err="1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8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 Watering Can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D5D838-D2E7-97DB-D8F0-5C386416EEB7}"/>
                </a:ext>
              </a:extLst>
            </p:cNvPr>
            <p:cNvSpPr txBox="1"/>
            <p:nvPr/>
          </p:nvSpPr>
          <p:spPr>
            <a:xfrm>
              <a:off x="3253744" y="2177200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0F5F3B2A-E4A7-C7A2-A693-528D8F6F2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718" y="1958326"/>
              <a:ext cx="457987" cy="45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200476D-AE17-2C96-104A-2A737EEA4A3A}"/>
              </a:ext>
            </a:extLst>
          </p:cNvPr>
          <p:cNvGrpSpPr/>
          <p:nvPr/>
        </p:nvGrpSpPr>
        <p:grpSpPr>
          <a:xfrm>
            <a:off x="3012295" y="2405677"/>
            <a:ext cx="1988442" cy="457987"/>
            <a:chOff x="2655718" y="1958326"/>
            <a:chExt cx="1988442" cy="457987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24C9F45-9944-B8EF-8735-E879F91116E4}"/>
                </a:ext>
              </a:extLst>
            </p:cNvPr>
            <p:cNvSpPr txBox="1"/>
            <p:nvPr/>
          </p:nvSpPr>
          <p:spPr>
            <a:xfrm>
              <a:off x="3253744" y="1981994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b="1" kern="1200" dirty="0" err="1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8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 Watering Can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ACF8465-5DD5-5205-5C41-320115CB6894}"/>
                </a:ext>
              </a:extLst>
            </p:cNvPr>
            <p:cNvSpPr txBox="1"/>
            <p:nvPr/>
          </p:nvSpPr>
          <p:spPr>
            <a:xfrm>
              <a:off x="3253744" y="2177200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034B1935-1810-6047-18FC-C41C7668C1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718" y="1958326"/>
              <a:ext cx="457987" cy="45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50DA726-F27D-EEEE-B435-E61094AFDB15}"/>
              </a:ext>
            </a:extLst>
          </p:cNvPr>
          <p:cNvGrpSpPr/>
          <p:nvPr/>
        </p:nvGrpSpPr>
        <p:grpSpPr>
          <a:xfrm>
            <a:off x="3012295" y="2988610"/>
            <a:ext cx="1988442" cy="457987"/>
            <a:chOff x="2655718" y="1958326"/>
            <a:chExt cx="1988442" cy="45798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97C6637-6F9A-1119-2168-89894B92184B}"/>
                </a:ext>
              </a:extLst>
            </p:cNvPr>
            <p:cNvSpPr txBox="1"/>
            <p:nvPr/>
          </p:nvSpPr>
          <p:spPr>
            <a:xfrm>
              <a:off x="3253744" y="1981994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b="1" kern="1200" dirty="0" err="1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8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 Watering Can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9C60266-583A-5EBC-E5F7-96D25D5473AF}"/>
                </a:ext>
              </a:extLst>
            </p:cNvPr>
            <p:cNvSpPr txBox="1"/>
            <p:nvPr/>
          </p:nvSpPr>
          <p:spPr>
            <a:xfrm>
              <a:off x="3253744" y="2177200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45521F35-1A73-CCA4-6B61-EF21EB45E3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718" y="1958326"/>
              <a:ext cx="457987" cy="45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30" name="TextBox 1029">
            <a:extLst>
              <a:ext uri="{FF2B5EF4-FFF2-40B4-BE49-F238E27FC236}">
                <a16:creationId xmlns:a16="http://schemas.microsoft.com/office/drawing/2014/main" id="{E7C91192-3EB3-92CA-2736-1E13273B2DAE}"/>
              </a:ext>
            </a:extLst>
          </p:cNvPr>
          <p:cNvSpPr txBox="1"/>
          <p:nvPr/>
        </p:nvSpPr>
        <p:spPr>
          <a:xfrm>
            <a:off x="2867436" y="4191345"/>
            <a:ext cx="301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400" b="1" kern="1200" dirty="0">
                <a:latin typeface="+mn-lt"/>
                <a:ea typeface="+mn-ea"/>
                <a:cs typeface="+mn-cs"/>
              </a:rPr>
              <a:t>recommended product </a:t>
            </a:r>
          </a:p>
        </p:txBody>
      </p:sp>
      <p:grpSp>
        <p:nvGrpSpPr>
          <p:cNvPr id="1031" name="그룹 1030">
            <a:extLst>
              <a:ext uri="{FF2B5EF4-FFF2-40B4-BE49-F238E27FC236}">
                <a16:creationId xmlns:a16="http://schemas.microsoft.com/office/drawing/2014/main" id="{365BAA90-379C-9892-D26F-D0C3AE6F5F97}"/>
              </a:ext>
            </a:extLst>
          </p:cNvPr>
          <p:cNvGrpSpPr/>
          <p:nvPr/>
        </p:nvGrpSpPr>
        <p:grpSpPr>
          <a:xfrm>
            <a:off x="3012295" y="4742848"/>
            <a:ext cx="1988442" cy="457987"/>
            <a:chOff x="2655718" y="1958326"/>
            <a:chExt cx="1988442" cy="457987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7AF95013-7F56-137E-B0F4-041DB0AA596A}"/>
                </a:ext>
              </a:extLst>
            </p:cNvPr>
            <p:cNvSpPr txBox="1"/>
            <p:nvPr/>
          </p:nvSpPr>
          <p:spPr>
            <a:xfrm>
              <a:off x="3253744" y="1981994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b="1" kern="1200" dirty="0" err="1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8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 Watering Can</a:t>
              </a: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2D58E96B-5451-D7E3-DD82-A1A93828EDB5}"/>
                </a:ext>
              </a:extLst>
            </p:cNvPr>
            <p:cNvSpPr txBox="1"/>
            <p:nvPr/>
          </p:nvSpPr>
          <p:spPr>
            <a:xfrm>
              <a:off x="3253744" y="2177200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34" name="Picture 2">
              <a:extLst>
                <a:ext uri="{FF2B5EF4-FFF2-40B4-BE49-F238E27FC236}">
                  <a16:creationId xmlns:a16="http://schemas.microsoft.com/office/drawing/2014/main" id="{34CC59CA-F859-4A25-7812-D7A1BCFBF7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718" y="1958326"/>
              <a:ext cx="457987" cy="45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그룹 1034">
            <a:extLst>
              <a:ext uri="{FF2B5EF4-FFF2-40B4-BE49-F238E27FC236}">
                <a16:creationId xmlns:a16="http://schemas.microsoft.com/office/drawing/2014/main" id="{0C4EB4CD-4CD8-DB54-E3E6-51E32C682933}"/>
              </a:ext>
            </a:extLst>
          </p:cNvPr>
          <p:cNvGrpSpPr/>
          <p:nvPr/>
        </p:nvGrpSpPr>
        <p:grpSpPr>
          <a:xfrm>
            <a:off x="3012295" y="5295815"/>
            <a:ext cx="1988442" cy="457987"/>
            <a:chOff x="2655718" y="1958326"/>
            <a:chExt cx="1988442" cy="457987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966D2E96-6138-A0DB-C620-002AE3818BA1}"/>
                </a:ext>
              </a:extLst>
            </p:cNvPr>
            <p:cNvSpPr txBox="1"/>
            <p:nvPr/>
          </p:nvSpPr>
          <p:spPr>
            <a:xfrm>
              <a:off x="3253744" y="1981994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b="1" kern="1200" dirty="0" err="1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8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 Watering Can</a:t>
              </a: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36DAAE0A-1CED-BB24-5579-7040A1D130F1}"/>
                </a:ext>
              </a:extLst>
            </p:cNvPr>
            <p:cNvSpPr txBox="1"/>
            <p:nvPr/>
          </p:nvSpPr>
          <p:spPr>
            <a:xfrm>
              <a:off x="3253744" y="2177200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38" name="Picture 2">
              <a:extLst>
                <a:ext uri="{FF2B5EF4-FFF2-40B4-BE49-F238E27FC236}">
                  <a16:creationId xmlns:a16="http://schemas.microsoft.com/office/drawing/2014/main" id="{E4EABD87-2FDC-6742-C80B-480866DFCC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718" y="1958326"/>
              <a:ext cx="457987" cy="45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8C6AC615-67CF-94EE-B513-8B7ED8623102}"/>
              </a:ext>
            </a:extLst>
          </p:cNvPr>
          <p:cNvGrpSpPr/>
          <p:nvPr/>
        </p:nvGrpSpPr>
        <p:grpSpPr>
          <a:xfrm>
            <a:off x="3012295" y="5878748"/>
            <a:ext cx="1988442" cy="457987"/>
            <a:chOff x="2655718" y="1958326"/>
            <a:chExt cx="1988442" cy="457987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628FE263-74C5-CB87-35FA-EC87D166DE9D}"/>
                </a:ext>
              </a:extLst>
            </p:cNvPr>
            <p:cNvSpPr txBox="1"/>
            <p:nvPr/>
          </p:nvSpPr>
          <p:spPr>
            <a:xfrm>
              <a:off x="3253744" y="1981994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b="1" kern="1200" dirty="0" err="1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8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 Watering Can</a:t>
              </a:r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001F18B0-8BEA-4589-BE24-6C20167DA3BB}"/>
                </a:ext>
              </a:extLst>
            </p:cNvPr>
            <p:cNvSpPr txBox="1"/>
            <p:nvPr/>
          </p:nvSpPr>
          <p:spPr>
            <a:xfrm>
              <a:off x="3253744" y="2177200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42" name="Picture 2">
              <a:extLst>
                <a:ext uri="{FF2B5EF4-FFF2-40B4-BE49-F238E27FC236}">
                  <a16:creationId xmlns:a16="http://schemas.microsoft.com/office/drawing/2014/main" id="{C4CE82E0-DDEA-2F46-E185-455F33626F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718" y="1958326"/>
              <a:ext cx="457987" cy="45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90D80887-C664-A3AD-4D02-C5D508C46079}"/>
              </a:ext>
            </a:extLst>
          </p:cNvPr>
          <p:cNvCxnSpPr>
            <a:cxnSpLocks/>
          </p:cNvCxnSpPr>
          <p:nvPr/>
        </p:nvCxnSpPr>
        <p:spPr>
          <a:xfrm>
            <a:off x="2688191" y="3794760"/>
            <a:ext cx="337580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FDBFD7-5C53-DBD8-1DDB-E6B2C8AC6141}"/>
              </a:ext>
            </a:extLst>
          </p:cNvPr>
          <p:cNvSpPr/>
          <p:nvPr/>
        </p:nvSpPr>
        <p:spPr>
          <a:xfrm>
            <a:off x="9111088" y="6014715"/>
            <a:ext cx="2843196" cy="75543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메뉴 확장 영역 정책 안내</a:t>
            </a:r>
            <a:endParaRPr lang="en-US" altLang="ko-KR" sz="1600" dirty="0"/>
          </a:p>
          <a:p>
            <a:pPr algn="ctr"/>
            <a:r>
              <a:rPr lang="ko-KR" altLang="en-US" sz="1600" dirty="0"/>
              <a:t>적용 완료</a:t>
            </a:r>
          </a:p>
        </p:txBody>
      </p:sp>
      <p:sp>
        <p:nvSpPr>
          <p:cNvPr id="5" name="AutoShape 256">
            <a:extLst>
              <a:ext uri="{FF2B5EF4-FFF2-40B4-BE49-F238E27FC236}">
                <a16:creationId xmlns:a16="http://schemas.microsoft.com/office/drawing/2014/main" id="{78F01485-6DF3-5CDF-2892-E759F1A38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644" y="79312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1117" name="그룹 1116">
            <a:extLst>
              <a:ext uri="{FF2B5EF4-FFF2-40B4-BE49-F238E27FC236}">
                <a16:creationId xmlns:a16="http://schemas.microsoft.com/office/drawing/2014/main" id="{F57DDE38-EBC2-0719-35C0-C5787B126091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3E2112F-2D8D-AF13-4060-93F612184E48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94C0F52-79B7-8818-05BE-A6B096D9BF4D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045" name="직선 연결선 1044">
              <a:extLst>
                <a:ext uri="{FF2B5EF4-FFF2-40B4-BE49-F238E27FC236}">
                  <a16:creationId xmlns:a16="http://schemas.microsoft.com/office/drawing/2014/main" id="{5E4F3588-7F12-81E1-7775-9D7B449CC550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088" name="직사각형 1087">
              <a:extLst>
                <a:ext uri="{FF2B5EF4-FFF2-40B4-BE49-F238E27FC236}">
                  <a16:creationId xmlns:a16="http://schemas.microsoft.com/office/drawing/2014/main" id="{3F5FE8BE-98A0-F709-C10F-439BCC6A6543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D92785CB-1FAA-5E35-F4E5-CD781DF01044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B3667A88-EB83-AC9C-6476-D19A94340951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68578D48-39C4-43F8-A4AA-146243927AC1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092" name="직선 연결선 1091">
              <a:extLst>
                <a:ext uri="{FF2B5EF4-FFF2-40B4-BE49-F238E27FC236}">
                  <a16:creationId xmlns:a16="http://schemas.microsoft.com/office/drawing/2014/main" id="{10A5C7A7-5EA7-0F64-6B6F-B6194F2E7B80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093" name="Picture 2" descr="로그인 - 무료 사람들개 아이콘">
              <a:extLst>
                <a:ext uri="{FF2B5EF4-FFF2-40B4-BE49-F238E27FC236}">
                  <a16:creationId xmlns:a16="http://schemas.microsoft.com/office/drawing/2014/main" id="{F594D3A2-36E1-1CD3-3009-2A2262C0E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4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FFE018C6-EC3F-010A-83DF-6D3B31BFF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9718B0A6-7955-A07A-06F8-B7C50AC28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A42A4102-5C66-BA16-409C-E9B434CC3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1098" name="직선 연결선 1097">
              <a:extLst>
                <a:ext uri="{FF2B5EF4-FFF2-40B4-BE49-F238E27FC236}">
                  <a16:creationId xmlns:a16="http://schemas.microsoft.com/office/drawing/2014/main" id="{CA7AFEEA-FDE6-E0CB-34D4-A67B4206C3FD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99" name="직선 연결선 1098">
              <a:extLst>
                <a:ext uri="{FF2B5EF4-FFF2-40B4-BE49-F238E27FC236}">
                  <a16:creationId xmlns:a16="http://schemas.microsoft.com/office/drawing/2014/main" id="{A151AEC5-0721-2516-2A80-4657007CF8A3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100" name="TextBox 1099">
              <a:extLst>
                <a:ext uri="{FF2B5EF4-FFF2-40B4-BE49-F238E27FC236}">
                  <a16:creationId xmlns:a16="http://schemas.microsoft.com/office/drawing/2014/main" id="{0BE61B4D-331D-EE9C-E114-DA2870553D2F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1101" name="TextBox 1100">
              <a:extLst>
                <a:ext uri="{FF2B5EF4-FFF2-40B4-BE49-F238E27FC236}">
                  <a16:creationId xmlns:a16="http://schemas.microsoft.com/office/drawing/2014/main" id="{202A0731-B647-BB05-5F41-0E314FF2DC1C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7F978013-FEB0-D7E5-DAB8-7065FAE8E5C2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1105" name="TextBox 1104">
              <a:extLst>
                <a:ext uri="{FF2B5EF4-FFF2-40B4-BE49-F238E27FC236}">
                  <a16:creationId xmlns:a16="http://schemas.microsoft.com/office/drawing/2014/main" id="{EDAE35B9-204B-5A5B-FCFD-20DD702A99F7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839675FC-6819-2622-9E9E-2BF43AA8474F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D7E75170-D262-4A25-FA20-4727FBE23D2E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1108" name="TextBox 1107">
              <a:extLst>
                <a:ext uri="{FF2B5EF4-FFF2-40B4-BE49-F238E27FC236}">
                  <a16:creationId xmlns:a16="http://schemas.microsoft.com/office/drawing/2014/main" id="{6C1A04F4-3BDC-F377-A550-2296CCC898B8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49B1AFA4-A06F-0796-9654-B16819093AAF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1104" name="TextBox 1103">
              <a:extLst>
                <a:ext uri="{FF2B5EF4-FFF2-40B4-BE49-F238E27FC236}">
                  <a16:creationId xmlns:a16="http://schemas.microsoft.com/office/drawing/2014/main" id="{1C5A0784-D7D9-9374-A540-7F1D9F0F0091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1115" name="그룹 1114">
              <a:extLst>
                <a:ext uri="{FF2B5EF4-FFF2-40B4-BE49-F238E27FC236}">
                  <a16:creationId xmlns:a16="http://schemas.microsoft.com/office/drawing/2014/main" id="{85510BB4-ECB3-ED97-6ABE-06A48E811BC9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FB8B0D2F-E1F7-B738-D2AD-AA5F67B5FE66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edition</a:t>
                </a:r>
              </a:p>
            </p:txBody>
          </p:sp>
          <p:sp>
            <p:nvSpPr>
              <p:cNvPr id="1111" name="TextBox 1110">
                <a:extLst>
                  <a:ext uri="{FF2B5EF4-FFF2-40B4-BE49-F238E27FC236}">
                    <a16:creationId xmlns:a16="http://schemas.microsoft.com/office/drawing/2014/main" id="{603EA9CF-4CC3-FA6B-82D3-0BE8342915C2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1112" name="TextBox 1111">
                <a:extLst>
                  <a:ext uri="{FF2B5EF4-FFF2-40B4-BE49-F238E27FC236}">
                    <a16:creationId xmlns:a16="http://schemas.microsoft.com/office/drawing/2014/main" id="{4EC179E0-6A04-7F4D-0EF4-8F8B3DA7572D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1113" name="TextBox 1112">
                <a:extLst>
                  <a:ext uri="{FF2B5EF4-FFF2-40B4-BE49-F238E27FC236}">
                    <a16:creationId xmlns:a16="http://schemas.microsoft.com/office/drawing/2014/main" id="{078098A1-D936-A425-06A5-26B58B9E6E4B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1116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3A954EC6-D95F-3607-8401-7512B7006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122" y="2286551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914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/>
              <a:t>0-3. </a:t>
            </a:r>
            <a:r>
              <a:rPr lang="ko-KR" altLang="en-US"/>
              <a:t>메인페이지</a:t>
            </a:r>
            <a:r>
              <a:rPr lang="en-US" altLang="ko-KR"/>
              <a:t> - NEW PRODUCT 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644757"/>
              </p:ext>
            </p:extLst>
          </p:nvPr>
        </p:nvGraphicFramePr>
        <p:xfrm>
          <a:off x="8829675" y="752260"/>
          <a:ext cx="3095625" cy="326569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NEW PRODUCT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노출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매장 비주얼 이미지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관리자페이지에서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NEW PRODUCT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노출 설정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등록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갯수제한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협의 필요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좌우 이동버튼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제품 이미지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좌우로 이동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이미지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5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칸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 썸네일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해당 상품 상세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 클릭 시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 상세페이지로 넘어 갈수 있도록 해주세요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&gt;&gt;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개발 작업 시 적용하겠습니다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6" name="AutoShape 256">
            <a:extLst>
              <a:ext uri="{FF2B5EF4-FFF2-40B4-BE49-F238E27FC236}">
                <a16:creationId xmlns:a16="http://schemas.microsoft.com/office/drawing/2014/main" id="{5B722FD4-B231-4703-B23C-0F6E7B1AF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296" y="271307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870E0-8D42-4E2A-BE71-D2083D224ED1}"/>
              </a:ext>
            </a:extLst>
          </p:cNvPr>
          <p:cNvSpPr txBox="1"/>
          <p:nvPr/>
        </p:nvSpPr>
        <p:spPr>
          <a:xfrm>
            <a:off x="4160813" y="1829494"/>
            <a:ext cx="27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NEW PRODUCT</a:t>
            </a:r>
            <a:endParaRPr lang="ko-KR" altLang="en-US" sz="1400" b="1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394A3A4-2DB0-41CC-8021-EDA343A47677}"/>
              </a:ext>
            </a:extLst>
          </p:cNvPr>
          <p:cNvGrpSpPr/>
          <p:nvPr/>
        </p:nvGrpSpPr>
        <p:grpSpPr>
          <a:xfrm>
            <a:off x="2654962" y="2383141"/>
            <a:ext cx="1394864" cy="1817498"/>
            <a:chOff x="2705466" y="4348075"/>
            <a:chExt cx="1394864" cy="1817498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AB7FB7A-59C6-4841-AA1A-32FB85C63113}"/>
                </a:ext>
              </a:extLst>
            </p:cNvPr>
            <p:cNvGrpSpPr/>
            <p:nvPr/>
          </p:nvGrpSpPr>
          <p:grpSpPr>
            <a:xfrm>
              <a:off x="2705466" y="4348075"/>
              <a:ext cx="1394864" cy="1370795"/>
              <a:chOff x="262550" y="1896962"/>
              <a:chExt cx="8519311" cy="4507192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8B968DE5-B581-4DF6-8773-2E92CA9C07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550" y="1896962"/>
                <a:ext cx="8492151" cy="450719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7E2E5B31-6170-44ED-9675-EE40C26F78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550" y="1904582"/>
                <a:ext cx="8519311" cy="449957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0D092827-A779-4F01-8718-99FC0B80D0E6}"/>
                  </a:ext>
                </a:extLst>
              </p:cNvPr>
              <p:cNvSpPr/>
              <p:nvPr/>
            </p:nvSpPr>
            <p:spPr>
              <a:xfrm>
                <a:off x="262550" y="1904582"/>
                <a:ext cx="8492151" cy="4499572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D420B36-42B6-4569-B890-65AB24947E1F}"/>
                </a:ext>
              </a:extLst>
            </p:cNvPr>
            <p:cNvSpPr txBox="1"/>
            <p:nvPr/>
          </p:nvSpPr>
          <p:spPr>
            <a:xfrm>
              <a:off x="2705466" y="5750158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b="1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 Watering Can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983B2EB-732D-47B9-8B6E-B33C4CBBB43A}"/>
                </a:ext>
              </a:extLst>
            </p:cNvPr>
            <p:cNvSpPr txBox="1"/>
            <p:nvPr/>
          </p:nvSpPr>
          <p:spPr>
            <a:xfrm>
              <a:off x="2705466" y="5950129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0742EAEE-FCF8-40DE-A192-DFB289763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5466" y="4348075"/>
              <a:ext cx="1394864" cy="1394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D00FFF1-3A24-4668-8230-DD02D223D5D6}"/>
              </a:ext>
            </a:extLst>
          </p:cNvPr>
          <p:cNvGrpSpPr/>
          <p:nvPr/>
        </p:nvGrpSpPr>
        <p:grpSpPr>
          <a:xfrm>
            <a:off x="4119920" y="2383141"/>
            <a:ext cx="1394864" cy="1817498"/>
            <a:chOff x="2705466" y="4348075"/>
            <a:chExt cx="1394864" cy="1817498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D3028868-CF30-4EF5-854E-8A8472015051}"/>
                </a:ext>
              </a:extLst>
            </p:cNvPr>
            <p:cNvGrpSpPr/>
            <p:nvPr/>
          </p:nvGrpSpPr>
          <p:grpSpPr>
            <a:xfrm>
              <a:off x="2705466" y="4348075"/>
              <a:ext cx="1394864" cy="1370795"/>
              <a:chOff x="262550" y="1896962"/>
              <a:chExt cx="8519311" cy="4507192"/>
            </a:xfrm>
          </p:grpSpPr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78A95673-AB65-4D63-AEA0-ABCA1241CB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550" y="1896962"/>
                <a:ext cx="8492151" cy="450719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7001B829-0F27-4011-AE37-0A200C785B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550" y="1904582"/>
                <a:ext cx="8519311" cy="449957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35832D1E-A181-485D-BAE2-DA89B181C323}"/>
                  </a:ext>
                </a:extLst>
              </p:cNvPr>
              <p:cNvSpPr/>
              <p:nvPr/>
            </p:nvSpPr>
            <p:spPr>
              <a:xfrm>
                <a:off x="262550" y="1904582"/>
                <a:ext cx="8492151" cy="4499572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04F613B-3099-4B51-AFC4-F3ADF5C4A541}"/>
                </a:ext>
              </a:extLst>
            </p:cNvPr>
            <p:cNvSpPr txBox="1"/>
            <p:nvPr/>
          </p:nvSpPr>
          <p:spPr>
            <a:xfrm>
              <a:off x="2705466" y="5750158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b="1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 Watering Can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16CC286-BACC-4C08-BA86-4694B0CF5DB7}"/>
                </a:ext>
              </a:extLst>
            </p:cNvPr>
            <p:cNvSpPr txBox="1"/>
            <p:nvPr/>
          </p:nvSpPr>
          <p:spPr>
            <a:xfrm>
              <a:off x="2705466" y="5950129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9" name="Picture 2">
              <a:extLst>
                <a:ext uri="{FF2B5EF4-FFF2-40B4-BE49-F238E27FC236}">
                  <a16:creationId xmlns:a16="http://schemas.microsoft.com/office/drawing/2014/main" id="{C117675E-CC26-4E29-BDCF-C21AF0599D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5466" y="4348075"/>
              <a:ext cx="1394864" cy="1394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52F406-26AC-4932-A8D1-871E646590EA}"/>
              </a:ext>
            </a:extLst>
          </p:cNvPr>
          <p:cNvGrpSpPr/>
          <p:nvPr/>
        </p:nvGrpSpPr>
        <p:grpSpPr>
          <a:xfrm>
            <a:off x="5584878" y="2383141"/>
            <a:ext cx="1394864" cy="1817498"/>
            <a:chOff x="2705466" y="4348075"/>
            <a:chExt cx="1394864" cy="1817498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E49AA205-A355-4273-B264-D78FE185D225}"/>
                </a:ext>
              </a:extLst>
            </p:cNvPr>
            <p:cNvGrpSpPr/>
            <p:nvPr/>
          </p:nvGrpSpPr>
          <p:grpSpPr>
            <a:xfrm>
              <a:off x="2705466" y="4348075"/>
              <a:ext cx="1394864" cy="1370795"/>
              <a:chOff x="262550" y="1896962"/>
              <a:chExt cx="8519311" cy="4507192"/>
            </a:xfrm>
          </p:grpSpPr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AEA2A8B9-BE0F-432D-A5EE-0432BE08D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550" y="1896962"/>
                <a:ext cx="8492151" cy="450719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FDF0E630-C31A-492D-9F8C-784AA1259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550" y="1904582"/>
                <a:ext cx="8519311" cy="449957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8135E253-7C47-44F4-9306-85F24C981353}"/>
                  </a:ext>
                </a:extLst>
              </p:cNvPr>
              <p:cNvSpPr/>
              <p:nvPr/>
            </p:nvSpPr>
            <p:spPr>
              <a:xfrm>
                <a:off x="262550" y="1904582"/>
                <a:ext cx="8492151" cy="4499572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0ECDD41-C5A0-4E0F-91E3-0BB3B8E574F9}"/>
                </a:ext>
              </a:extLst>
            </p:cNvPr>
            <p:cNvSpPr txBox="1"/>
            <p:nvPr/>
          </p:nvSpPr>
          <p:spPr>
            <a:xfrm>
              <a:off x="2705466" y="5750158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b="1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 Watering Can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49C9743-C733-4461-ACDA-21AF76ECCBC0}"/>
                </a:ext>
              </a:extLst>
            </p:cNvPr>
            <p:cNvSpPr txBox="1"/>
            <p:nvPr/>
          </p:nvSpPr>
          <p:spPr>
            <a:xfrm>
              <a:off x="2705466" y="5950129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7" name="Picture 2">
              <a:extLst>
                <a:ext uri="{FF2B5EF4-FFF2-40B4-BE49-F238E27FC236}">
                  <a16:creationId xmlns:a16="http://schemas.microsoft.com/office/drawing/2014/main" id="{3058978A-8186-4FA7-A91F-2AA9AEB10D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5466" y="4348075"/>
              <a:ext cx="1394864" cy="1394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65A5AA4-4DA0-46B1-ADB7-F81CE89C374F}"/>
              </a:ext>
            </a:extLst>
          </p:cNvPr>
          <p:cNvGrpSpPr/>
          <p:nvPr/>
        </p:nvGrpSpPr>
        <p:grpSpPr>
          <a:xfrm>
            <a:off x="7049835" y="2383141"/>
            <a:ext cx="1394864" cy="1817498"/>
            <a:chOff x="2705466" y="4348075"/>
            <a:chExt cx="1394864" cy="1817498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84562EA2-2994-4535-B3D7-7DB2D5812EF0}"/>
                </a:ext>
              </a:extLst>
            </p:cNvPr>
            <p:cNvGrpSpPr/>
            <p:nvPr/>
          </p:nvGrpSpPr>
          <p:grpSpPr>
            <a:xfrm>
              <a:off x="2705466" y="4348075"/>
              <a:ext cx="1394864" cy="1370795"/>
              <a:chOff x="262550" y="1896962"/>
              <a:chExt cx="8519311" cy="4507192"/>
            </a:xfrm>
          </p:grpSpPr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3D59ED1A-7C7D-4B77-A4C1-FAEBCC3660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550" y="1896962"/>
                <a:ext cx="8492151" cy="450719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F00AE0C2-D624-4704-908B-A253AA7121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550" y="1904582"/>
                <a:ext cx="8519311" cy="4499572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CBB99172-EB92-42B9-A55A-71AEF6B9598E}"/>
                  </a:ext>
                </a:extLst>
              </p:cNvPr>
              <p:cNvSpPr/>
              <p:nvPr/>
            </p:nvSpPr>
            <p:spPr>
              <a:xfrm>
                <a:off x="262550" y="1904582"/>
                <a:ext cx="8492151" cy="4499572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381306A-4E3C-4EA8-89F6-E22771EAF894}"/>
                </a:ext>
              </a:extLst>
            </p:cNvPr>
            <p:cNvSpPr txBox="1"/>
            <p:nvPr/>
          </p:nvSpPr>
          <p:spPr>
            <a:xfrm>
              <a:off x="2705466" y="5750158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b="1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piknic Watering Can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49C39DB-F405-49BB-8F09-A039C31EE16E}"/>
                </a:ext>
              </a:extLst>
            </p:cNvPr>
            <p:cNvSpPr txBox="1"/>
            <p:nvPr/>
          </p:nvSpPr>
          <p:spPr>
            <a:xfrm>
              <a:off x="2705466" y="5950129"/>
              <a:ext cx="139041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16,000</a:t>
              </a:r>
              <a:r>
                <a:rPr lang="ko-KR" altLang="en-US" sz="8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원</a:t>
              </a:r>
              <a:endParaRPr lang="en-US" altLang="ko-KR" sz="800" kern="120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5" name="Picture 2">
              <a:extLst>
                <a:ext uri="{FF2B5EF4-FFF2-40B4-BE49-F238E27FC236}">
                  <a16:creationId xmlns:a16="http://schemas.microsoft.com/office/drawing/2014/main" id="{56767428-D9C1-448A-AD56-C09771B408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5466" y="4348075"/>
              <a:ext cx="1394864" cy="1394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78EFE0EE-7697-4841-B5F6-587459C4C6EC}"/>
              </a:ext>
            </a:extLst>
          </p:cNvPr>
          <p:cNvSpPr/>
          <p:nvPr/>
        </p:nvSpPr>
        <p:spPr>
          <a:xfrm>
            <a:off x="8534400" y="2926183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화살표: 갈매기형 수장 88">
            <a:extLst>
              <a:ext uri="{FF2B5EF4-FFF2-40B4-BE49-F238E27FC236}">
                <a16:creationId xmlns:a16="http://schemas.microsoft.com/office/drawing/2014/main" id="{7097D23C-A5B8-40F2-8CAA-F5A52E9BEF3D}"/>
              </a:ext>
            </a:extLst>
          </p:cNvPr>
          <p:cNvSpPr/>
          <p:nvPr/>
        </p:nvSpPr>
        <p:spPr>
          <a:xfrm flipH="1">
            <a:off x="2408507" y="2939686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AutoShape 256">
            <a:extLst>
              <a:ext uri="{FF2B5EF4-FFF2-40B4-BE49-F238E27FC236}">
                <a16:creationId xmlns:a16="http://schemas.microsoft.com/office/drawing/2014/main" id="{33399912-46B8-0FA5-B230-28F24D45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868" y="228612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8B17A25-31AC-2382-6AB9-D37C980EFD17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E5E009B-E7B0-E5E3-53F6-F9440A69E4CF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7737065-A9F9-DDC6-C2F5-01301AE7E1D4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69A1B1-551B-98A9-4D6C-B2A228386BFF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A1D6CE-0A4D-749A-2546-3CE5C2DCEB68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6777C3-D4BC-5E5E-386E-453CBC7D155E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65A07C8-640D-1311-718C-4C36DC3A799C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8" name="Picture 2" descr="로그인 - 무료 사람들개 아이콘">
              <a:extLst>
                <a:ext uri="{FF2B5EF4-FFF2-40B4-BE49-F238E27FC236}">
                  <a16:creationId xmlns:a16="http://schemas.microsoft.com/office/drawing/2014/main" id="{68EDE211-213E-8EAF-CF8A-E44FFC070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C87BC601-3F10-82D2-3904-387D35477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356DACC-6045-A0E1-D67C-14F80196F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D9631421-CAA3-E93F-BD27-D591B6E06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003059F-42CE-EDF3-24E9-199BA22800BF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6B885045-0923-B119-1447-424C606CD1EA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3953F4F-C4BA-7053-CA4D-2E3DC5911507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008BC0-6F11-8223-07C0-004476374FCE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1D11B6-2113-2FD6-1709-9A62A55DBE2F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19D3DD-A881-4795-E634-B5645AB41866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2062" name="그룹 2061">
              <a:extLst>
                <a:ext uri="{FF2B5EF4-FFF2-40B4-BE49-F238E27FC236}">
                  <a16:creationId xmlns:a16="http://schemas.microsoft.com/office/drawing/2014/main" id="{E7E787DB-4098-FF41-F4D4-0547207BDC62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2064" name="TextBox 2063">
                <a:extLst>
                  <a:ext uri="{FF2B5EF4-FFF2-40B4-BE49-F238E27FC236}">
                    <a16:creationId xmlns:a16="http://schemas.microsoft.com/office/drawing/2014/main" id="{BFAF956C-6E10-B200-045E-7DA02CF9E6E8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2065" name="TextBox 2064">
                <a:extLst>
                  <a:ext uri="{FF2B5EF4-FFF2-40B4-BE49-F238E27FC236}">
                    <a16:creationId xmlns:a16="http://schemas.microsoft.com/office/drawing/2014/main" id="{F2125098-8ADF-C623-F7FA-EF7586FB215B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2066" name="TextBox 2065">
                <a:extLst>
                  <a:ext uri="{FF2B5EF4-FFF2-40B4-BE49-F238E27FC236}">
                    <a16:creationId xmlns:a16="http://schemas.microsoft.com/office/drawing/2014/main" id="{CECCF4E8-C8D0-7D98-5220-BDBDD64FA476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2067" name="TextBox 2066">
                <a:extLst>
                  <a:ext uri="{FF2B5EF4-FFF2-40B4-BE49-F238E27FC236}">
                    <a16:creationId xmlns:a16="http://schemas.microsoft.com/office/drawing/2014/main" id="{06B48EFE-8E50-87AD-C758-EBB2298589F7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2068" name="TextBox 2067">
                <a:extLst>
                  <a:ext uri="{FF2B5EF4-FFF2-40B4-BE49-F238E27FC236}">
                    <a16:creationId xmlns:a16="http://schemas.microsoft.com/office/drawing/2014/main" id="{83D98761-3FC2-FB64-5452-F68BAA252E4D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2063" name="TextBox 2062">
              <a:extLst>
                <a:ext uri="{FF2B5EF4-FFF2-40B4-BE49-F238E27FC236}">
                  <a16:creationId xmlns:a16="http://schemas.microsoft.com/office/drawing/2014/main" id="{1BE06662-AB70-7EBE-7D6F-EDDA82642BFE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458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0-4. </a:t>
            </a:r>
            <a:r>
              <a:rPr lang="ko-KR" altLang="en-US" dirty="0" err="1"/>
              <a:t>메인페이지</a:t>
            </a:r>
            <a:r>
              <a:rPr lang="en-US" altLang="ko-KR" dirty="0"/>
              <a:t> – category product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152756"/>
              </p:ext>
            </p:extLst>
          </p:nvPr>
        </p:nvGraphicFramePr>
        <p:xfrm>
          <a:off x="8829675" y="752260"/>
          <a:ext cx="3095625" cy="331202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category product 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노출 영역</a:t>
                      </a:r>
                      <a:endParaRPr lang="en-US" altLang="ko-KR" sz="800" b="1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카테고리별 등록 상품 노출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관리자에서 메인 노출 유무 설정 가능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카테고리별 총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 메인 노출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썸네일 호버 시 이미지 변경과 함께 강조 효과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그리고 하단에 제목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가격 텍스트 노출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Show all </a:t>
                      </a:r>
                      <a:r>
                        <a:rPr lang="ko-KR" altLang="en-US" sz="8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</a:t>
                      </a:r>
                      <a:endParaRPr lang="en-US" altLang="ko-KR" sz="800" b="1" baseline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해당 카테고리 상품 리스트 페이지 이동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870E0-8D42-4E2A-BE71-D2083D224ED1}"/>
              </a:ext>
            </a:extLst>
          </p:cNvPr>
          <p:cNvSpPr txBox="1"/>
          <p:nvPr/>
        </p:nvSpPr>
        <p:spPr>
          <a:xfrm>
            <a:off x="1910896" y="1489881"/>
            <a:ext cx="180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/>
              <a:t>Piknic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582243-97D4-459B-8C02-84B1D1B2C2D3}"/>
              </a:ext>
            </a:extLst>
          </p:cNvPr>
          <p:cNvSpPr txBox="1"/>
          <p:nvPr/>
        </p:nvSpPr>
        <p:spPr>
          <a:xfrm>
            <a:off x="2597810" y="5425947"/>
            <a:ext cx="3008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b="1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Peter Pabst Tote Bag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8EB5C9-E078-421B-935C-7AC0B3B40160}"/>
              </a:ext>
            </a:extLst>
          </p:cNvPr>
          <p:cNvSpPr txBox="1"/>
          <p:nvPr/>
        </p:nvSpPr>
        <p:spPr>
          <a:xfrm>
            <a:off x="3024759" y="1483735"/>
            <a:ext cx="180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piknic</a:t>
            </a:r>
            <a:r>
              <a:rPr lang="en-US" altLang="ko-KR" sz="1200" dirty="0"/>
              <a:t> exclusive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75210C-C179-4060-8945-EADE99C4EC42}"/>
              </a:ext>
            </a:extLst>
          </p:cNvPr>
          <p:cNvSpPr txBox="1"/>
          <p:nvPr/>
        </p:nvSpPr>
        <p:spPr>
          <a:xfrm>
            <a:off x="4175316" y="1483734"/>
            <a:ext cx="180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Exhibition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50B20-09F9-4328-83E8-4E15DCB7DE67}"/>
              </a:ext>
            </a:extLst>
          </p:cNvPr>
          <p:cNvSpPr txBox="1"/>
          <p:nvPr/>
        </p:nvSpPr>
        <p:spPr>
          <a:xfrm>
            <a:off x="5048018" y="1489219"/>
            <a:ext cx="180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Lifestyle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E2841B4-E9D4-4BD7-ACE0-C287F64EA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614" y="2137482"/>
            <a:ext cx="3273256" cy="327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6">
            <a:extLst>
              <a:ext uri="{FF2B5EF4-FFF2-40B4-BE49-F238E27FC236}">
                <a16:creationId xmlns:a16="http://schemas.microsoft.com/office/drawing/2014/main" id="{C68BB942-E4DA-4E79-8D76-8F8ADD98F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59" y="2137482"/>
            <a:ext cx="1409014" cy="140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5A01FF45-BE72-476F-A001-D058A3E2C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225" y="2137482"/>
            <a:ext cx="1409014" cy="140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>
            <a:extLst>
              <a:ext uri="{FF2B5EF4-FFF2-40B4-BE49-F238E27FC236}">
                <a16:creationId xmlns:a16="http://schemas.microsoft.com/office/drawing/2014/main" id="{AA9C838E-A783-41F6-9D70-BEF3DB0F7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59" y="4001725"/>
            <a:ext cx="1409014" cy="140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>
            <a:extLst>
              <a:ext uri="{FF2B5EF4-FFF2-40B4-BE49-F238E27FC236}">
                <a16:creationId xmlns:a16="http://schemas.microsoft.com/office/drawing/2014/main" id="{C31A5781-FC02-4116-AC9A-C4706FA48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225" y="4001725"/>
            <a:ext cx="1409014" cy="140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65F5B0A-C292-46D2-8A18-44CDBE7BC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614" y="2137482"/>
            <a:ext cx="3273257" cy="3273257"/>
          </a:xfrm>
          <a:prstGeom prst="rect">
            <a:avLst/>
          </a:prstGeom>
          <a:noFill/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4" descr="마우스 커서 아이콘 - 21,259종의 무료 아이콘">
            <a:extLst>
              <a:ext uri="{FF2B5EF4-FFF2-40B4-BE49-F238E27FC236}">
                <a16:creationId xmlns:a16="http://schemas.microsoft.com/office/drawing/2014/main" id="{EA2D7B61-37C7-48D1-9C7A-C0366A22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23" y="4332190"/>
            <a:ext cx="274643" cy="27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72D1BC3-77B0-461C-A9AD-A544AE11E412}"/>
              </a:ext>
            </a:extLst>
          </p:cNvPr>
          <p:cNvSpPr txBox="1"/>
          <p:nvPr/>
        </p:nvSpPr>
        <p:spPr>
          <a:xfrm>
            <a:off x="2597810" y="5641015"/>
            <a:ext cx="3008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b="0" i="0">
                <a:solidFill>
                  <a:srgbClr val="000000"/>
                </a:solidFill>
                <a:effectLst/>
                <a:latin typeface="Univers" panose="020B0503020202020204" pitchFamily="34" charset="0"/>
              </a:rPr>
              <a:t>8,000</a:t>
            </a:r>
            <a:r>
              <a:rPr lang="ko-KR" altLang="en-US" sz="1000" b="0" i="0">
                <a:solidFill>
                  <a:srgbClr val="000000"/>
                </a:solidFill>
                <a:effectLst/>
                <a:latin typeface="Univers" panose="020B0503020202020204" pitchFamily="34" charset="0"/>
              </a:rPr>
              <a:t>원</a:t>
            </a:r>
            <a:endParaRPr lang="en-US" altLang="ko-KR" sz="1000" kern="120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99A7323-EF57-43B0-8258-E2862B090DD1}"/>
              </a:ext>
            </a:extLst>
          </p:cNvPr>
          <p:cNvSpPr/>
          <p:nvPr/>
        </p:nvSpPr>
        <p:spPr>
          <a:xfrm>
            <a:off x="7715794" y="5977286"/>
            <a:ext cx="977445" cy="27532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SHOW ALL</a:t>
            </a:r>
            <a:endParaRPr lang="en-US" altLang="ko-KR" sz="1050" dirty="0"/>
          </a:p>
        </p:txBody>
      </p:sp>
      <p:sp>
        <p:nvSpPr>
          <p:cNvPr id="16" name="AutoShape 256">
            <a:extLst>
              <a:ext uri="{FF2B5EF4-FFF2-40B4-BE49-F238E27FC236}">
                <a16:creationId xmlns:a16="http://schemas.microsoft.com/office/drawing/2014/main" id="{5B722FD4-B231-4703-B23C-0F6E7B1AF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8811" y="588723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4CC2304-BE33-ADDA-BC06-F181D78AAB53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76562B-5B71-5F2C-FD72-64E4BE0EACE8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60CFE20-A8AC-2203-4C51-0BEA617A88C8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C07292-9CFA-6DCB-51B4-8C5F9A026E3D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F11538-1DE6-44D8-3482-722AA6703196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E32D5F-575A-D9E7-C914-C9AC104348E2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0EDA5B5-3047-24FE-9151-E12E23B84BB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4" name="Picture 2" descr="로그인 - 무료 사람들개 아이콘">
              <a:extLst>
                <a:ext uri="{FF2B5EF4-FFF2-40B4-BE49-F238E27FC236}">
                  <a16:creationId xmlns:a16="http://schemas.microsoft.com/office/drawing/2014/main" id="{08FBCD8F-F033-640F-7293-6BFD935F5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DCA02ADD-6D76-2AB8-CD11-2BC399A32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2241F72-4579-6966-E157-CB6410CF5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F06283E-9633-5EC5-5B89-F18B18012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C73D00C-518E-8597-E042-2C8DA21E88D0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4C9AA36-2EA1-E102-61C8-D86BFA4E44A7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95501A1-07FE-DA5A-485F-1008829DCCFA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5354C-40E3-7CBE-8CF6-75E08A524DF7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0D5703-2C73-E63A-3901-1D2E9453A4AE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871936-7A44-A380-8AD6-EFD4063C9EC0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43F36500-F67C-66C5-FE1D-775A867AD3FB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BDB3F56-5102-3955-4AB1-27AD36309110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B676F6-B60B-D4AB-F2A3-9FA559F88354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5226D62-E46B-3E2E-89E1-52FDD555D79E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  <a:endPara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486888B-73EF-AB25-76EC-4A23C921CE59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3B6461-7613-8F13-4568-E71B703CCA89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83DBE1-72C5-AEC8-1E1C-746DDCDFEAC9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E3DE0FC-1F93-6FE4-5648-5FC2297F9B99}"/>
              </a:ext>
            </a:extLst>
          </p:cNvPr>
          <p:cNvSpPr txBox="1"/>
          <p:nvPr/>
        </p:nvSpPr>
        <p:spPr>
          <a:xfrm>
            <a:off x="6035997" y="1483734"/>
            <a:ext cx="180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Paper &amp; Desk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4ADF4D-C723-8AB1-A12E-F2CB419D36FA}"/>
              </a:ext>
            </a:extLst>
          </p:cNvPr>
          <p:cNvSpPr txBox="1"/>
          <p:nvPr/>
        </p:nvSpPr>
        <p:spPr>
          <a:xfrm>
            <a:off x="7244673" y="1489219"/>
            <a:ext cx="1805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Books &amp; Culture</a:t>
            </a:r>
          </a:p>
        </p:txBody>
      </p:sp>
    </p:spTree>
    <p:extLst>
      <p:ext uri="{BB962C8B-B14F-4D97-AF65-F5344CB8AC3E}">
        <p14:creationId xmlns:p14="http://schemas.microsoft.com/office/powerpoint/2010/main" val="139235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0-5. </a:t>
            </a:r>
            <a:r>
              <a:rPr lang="ko-KR" altLang="en-US" dirty="0" err="1"/>
              <a:t>메인페이지</a:t>
            </a:r>
            <a:r>
              <a:rPr lang="en-US" altLang="ko-KR" dirty="0"/>
              <a:t> – </a:t>
            </a:r>
            <a:r>
              <a:rPr lang="ko-KR" altLang="en-US" dirty="0"/>
              <a:t>회사소개</a:t>
            </a:r>
            <a:r>
              <a:rPr lang="en-US" altLang="ko-KR" dirty="0"/>
              <a:t> &amp; </a:t>
            </a:r>
            <a:r>
              <a:rPr lang="ko-KR" altLang="en-US" dirty="0" err="1"/>
              <a:t>푸터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236736"/>
              </p:ext>
            </p:extLst>
          </p:nvPr>
        </p:nvGraphicFramePr>
        <p:xfrm>
          <a:off x="8829675" y="752260"/>
          <a:ext cx="3095625" cy="338761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푸터 노출 영역</a:t>
                      </a:r>
                      <a:endParaRPr lang="en-US" altLang="ko-KR" sz="800" b="1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카페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샵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오시는길 비주얼 이미지 제공 및 이동 기능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이미지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PC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용 이미지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Mobile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용 규격 이미지 각각 등록관리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en-US" altLang="ko-KR" sz="800" dirty="0"/>
                        <a:t>shop </a:t>
                      </a:r>
                      <a:r>
                        <a:rPr lang="en-US" altLang="ko-KR" sz="800" dirty="0" err="1"/>
                        <a:t>piknic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이미지 클릭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about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페이지로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en-US" altLang="ko-KR" sz="800" dirty="0"/>
                        <a:t>Contact us </a:t>
                      </a:r>
                      <a:r>
                        <a:rPr lang="ko-KR" altLang="en-US" sz="800" dirty="0"/>
                        <a:t>이미지 클릭 시 </a:t>
                      </a:r>
                      <a:r>
                        <a:rPr lang="en-US" altLang="ko-KR" sz="800" dirty="0"/>
                        <a:t>: contact</a:t>
                      </a:r>
                      <a:r>
                        <a:rPr lang="ko-KR" altLang="en-US" sz="800" dirty="0"/>
                        <a:t> 페이지로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카페 영역을 삭제하고 편집된 방향으로 수정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요청드려요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레이아웃으로 적용하여 디자인 하겠습니다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사진 클릭 시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about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페이지로 넘어갈 수 있도록 해주세요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개발 작업 시 적용하겠습니다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0EB0A61-D81D-4B07-9AD8-70680CAC3A0C}"/>
              </a:ext>
            </a:extLst>
          </p:cNvPr>
          <p:cNvSpPr/>
          <p:nvPr/>
        </p:nvSpPr>
        <p:spPr>
          <a:xfrm>
            <a:off x="2372949" y="4390618"/>
            <a:ext cx="6357828" cy="2503491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81BEDE-65FE-472A-973C-2EB691686794}"/>
              </a:ext>
            </a:extLst>
          </p:cNvPr>
          <p:cNvSpPr txBox="1"/>
          <p:nvPr/>
        </p:nvSpPr>
        <p:spPr>
          <a:xfrm>
            <a:off x="3719743" y="5274929"/>
            <a:ext cx="4762406" cy="807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주식회사 </a:t>
            </a:r>
            <a:r>
              <a:rPr lang="ko-KR" altLang="en-US" sz="800" dirty="0" err="1"/>
              <a:t>글린트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대표</a:t>
            </a:r>
            <a:r>
              <a:rPr lang="en-US" altLang="ko-KR" sz="800" dirty="0"/>
              <a:t>:</a:t>
            </a:r>
            <a:r>
              <a:rPr lang="ko-KR" altLang="en-US" sz="800" dirty="0" err="1"/>
              <a:t>조유리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주소</a:t>
            </a:r>
            <a:r>
              <a:rPr lang="en-US" altLang="ko-KR" sz="800" dirty="0"/>
              <a:t>:</a:t>
            </a:r>
            <a:r>
              <a:rPr lang="ko-KR" altLang="en-US" sz="800" dirty="0"/>
              <a:t>서울특별시 중구 퇴계로</a:t>
            </a:r>
            <a:r>
              <a:rPr lang="en-US" altLang="ko-KR" sz="800" dirty="0"/>
              <a:t>6</a:t>
            </a:r>
            <a:r>
              <a:rPr lang="ko-KR" altLang="en-US" sz="800" dirty="0"/>
              <a:t>가길 </a:t>
            </a:r>
            <a:r>
              <a:rPr lang="en-US" altLang="ko-KR" sz="800" dirty="0"/>
              <a:t>30</a:t>
            </a:r>
            <a:r>
              <a:rPr lang="ko-KR" altLang="en-US" sz="800" dirty="0"/>
              <a:t> ㅣ 사업자번호</a:t>
            </a:r>
            <a:r>
              <a:rPr lang="en-US" altLang="ko-KR" sz="800" dirty="0"/>
              <a:t>:</a:t>
            </a:r>
            <a:r>
              <a:rPr lang="ko-KR" altLang="en-US" sz="800" dirty="0"/>
              <a:t>1</a:t>
            </a:r>
            <a:r>
              <a:rPr lang="en-US" altLang="ko-KR" sz="800" dirty="0"/>
              <a:t>05</a:t>
            </a:r>
            <a:r>
              <a:rPr lang="ko-KR" altLang="en-US" sz="800" dirty="0"/>
              <a:t>-8</a:t>
            </a:r>
            <a:r>
              <a:rPr lang="en-US" altLang="ko-KR" sz="800" dirty="0"/>
              <a:t>7</a:t>
            </a:r>
            <a:r>
              <a:rPr lang="ko-KR" altLang="en-US" sz="800" dirty="0"/>
              <a:t>-</a:t>
            </a:r>
            <a:r>
              <a:rPr lang="en-US" altLang="ko-KR" sz="800" dirty="0"/>
              <a:t>74827</a:t>
            </a:r>
            <a:r>
              <a:rPr lang="ko-KR" altLang="en-US" sz="800" dirty="0"/>
              <a:t> ㅣ 대표번호</a:t>
            </a:r>
            <a:r>
              <a:rPr lang="en-US" altLang="ko-KR" sz="800" dirty="0"/>
              <a:t>: 02-318-3233</a:t>
            </a:r>
            <a:endParaRPr lang="ko-KR" altLang="en-US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통신판매업신고번호</a:t>
            </a:r>
            <a:r>
              <a:rPr lang="en-US" altLang="ko-KR" sz="800" dirty="0"/>
              <a:t>: </a:t>
            </a:r>
            <a:r>
              <a:rPr lang="ko-KR" altLang="en-US" sz="800" b="0" dirty="0">
                <a:solidFill>
                  <a:schemeClr val="tx1"/>
                </a:solidFill>
              </a:rPr>
              <a:t>제 </a:t>
            </a:r>
            <a:r>
              <a:rPr lang="en-US" altLang="ko-KR" sz="800" b="0" dirty="0">
                <a:solidFill>
                  <a:schemeClr val="tx1"/>
                </a:solidFill>
              </a:rPr>
              <a:t>2018-</a:t>
            </a:r>
            <a:r>
              <a:rPr lang="ko-KR" altLang="en-US" sz="800" b="0" dirty="0">
                <a:solidFill>
                  <a:schemeClr val="tx1"/>
                </a:solidFill>
              </a:rPr>
              <a:t>서울중구</a:t>
            </a:r>
            <a:r>
              <a:rPr lang="en-US" altLang="ko-KR" sz="800" b="0" dirty="0">
                <a:solidFill>
                  <a:schemeClr val="tx1"/>
                </a:solidFill>
              </a:rPr>
              <a:t>-0749</a:t>
            </a:r>
            <a:r>
              <a:rPr lang="ko-KR" altLang="en-US" sz="800" b="0" dirty="0">
                <a:solidFill>
                  <a:schemeClr val="tx1"/>
                </a:solidFill>
              </a:rPr>
              <a:t>호 ㅣ 개인정보관리자</a:t>
            </a:r>
            <a:r>
              <a:rPr lang="en-US" altLang="ko-KR" sz="800" b="0" dirty="0">
                <a:solidFill>
                  <a:schemeClr val="tx1"/>
                </a:solidFill>
              </a:rPr>
              <a:t>:</a:t>
            </a:r>
            <a:r>
              <a:rPr lang="ko-KR" altLang="en-US" sz="800" b="0" dirty="0">
                <a:solidFill>
                  <a:schemeClr val="tx1"/>
                </a:solidFill>
              </a:rPr>
              <a:t>박유정</a:t>
            </a:r>
            <a:r>
              <a:rPr lang="en-US" altLang="ko-KR" sz="800" dirty="0"/>
              <a:t>(</a:t>
            </a:r>
            <a:r>
              <a:rPr lang="en-US" altLang="ko-KR" sz="800" b="0" dirty="0">
                <a:solidFill>
                  <a:schemeClr val="tx1"/>
                </a:solidFill>
              </a:rPr>
              <a:t>yjpark@glint.kr</a:t>
            </a:r>
            <a:r>
              <a:rPr lang="en-US" altLang="ko-KR" sz="800" dirty="0"/>
              <a:t>)</a:t>
            </a:r>
            <a:endParaRPr lang="ko-KR" altLang="en-US" sz="800" b="0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FAFA086-00CB-4A34-B53D-CAF2CFA6536F}"/>
              </a:ext>
            </a:extLst>
          </p:cNvPr>
          <p:cNvSpPr/>
          <p:nvPr/>
        </p:nvSpPr>
        <p:spPr>
          <a:xfrm>
            <a:off x="2497184" y="5313769"/>
            <a:ext cx="797989" cy="6284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logo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78CF4D9-4425-41D2-A7CE-BA4400D78D80}"/>
              </a:ext>
            </a:extLst>
          </p:cNvPr>
          <p:cNvSpPr txBox="1"/>
          <p:nvPr/>
        </p:nvSpPr>
        <p:spPr>
          <a:xfrm>
            <a:off x="3697765" y="4802647"/>
            <a:ext cx="22947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서비스 이용약관 </a:t>
            </a:r>
            <a:r>
              <a:rPr lang="en-US" altLang="ko-KR" sz="900" dirty="0"/>
              <a:t>l </a:t>
            </a:r>
            <a:r>
              <a:rPr lang="ko-KR" altLang="en-US" sz="900" dirty="0"/>
              <a:t>개인정보 처리방침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B1E3479-5119-4EA9-BBC9-19500ABCC8E8}"/>
              </a:ext>
            </a:extLst>
          </p:cNvPr>
          <p:cNvSpPr txBox="1"/>
          <p:nvPr/>
        </p:nvSpPr>
        <p:spPr>
          <a:xfrm>
            <a:off x="3719743" y="6276138"/>
            <a:ext cx="3934451" cy="377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/>
              <a:t>Copyright ⓒ 2023 CLEF. All rights reserved.</a:t>
            </a:r>
            <a:endParaRPr lang="ko-KR" altLang="en-US" sz="800" b="0" dirty="0">
              <a:solidFill>
                <a:schemeClr val="tx1"/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11A13BF-6012-40A7-ABA8-E48E1CB0D561}"/>
              </a:ext>
            </a:extLst>
          </p:cNvPr>
          <p:cNvGrpSpPr/>
          <p:nvPr/>
        </p:nvGrpSpPr>
        <p:grpSpPr>
          <a:xfrm>
            <a:off x="2395376" y="1133230"/>
            <a:ext cx="4238811" cy="2585330"/>
            <a:chOff x="2351313" y="752259"/>
            <a:chExt cx="3095625" cy="3718557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59B29E5A-BB8D-4262-A548-7C9BE64FE29F}"/>
                </a:ext>
              </a:extLst>
            </p:cNvPr>
            <p:cNvGrpSpPr/>
            <p:nvPr/>
          </p:nvGrpSpPr>
          <p:grpSpPr>
            <a:xfrm>
              <a:off x="2351313" y="752259"/>
              <a:ext cx="3095625" cy="3718557"/>
              <a:chOff x="2351314" y="752259"/>
              <a:chExt cx="6397032" cy="2720909"/>
            </a:xfrm>
          </p:grpSpPr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41E9A42B-EBC3-45C4-9618-B853B6A18C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1314" y="752259"/>
                <a:ext cx="6376638" cy="2720909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0317B415-7891-4A5B-A53A-935A5ACBEA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51314" y="756859"/>
                <a:ext cx="6397032" cy="2716309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15A80B5A-1045-445C-ACBD-67D2E74A04D1}"/>
                  </a:ext>
                </a:extLst>
              </p:cNvPr>
              <p:cNvSpPr/>
              <p:nvPr/>
            </p:nvSpPr>
            <p:spPr>
              <a:xfrm>
                <a:off x="2351314" y="756859"/>
                <a:ext cx="6376638" cy="2716309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88562F45-C85B-4082-AFBC-70CFF7A89662}"/>
                </a:ext>
              </a:extLst>
            </p:cNvPr>
            <p:cNvSpPr/>
            <p:nvPr/>
          </p:nvSpPr>
          <p:spPr>
            <a:xfrm>
              <a:off x="2641616" y="2545878"/>
              <a:ext cx="2505150" cy="1694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rgbClr val="A5A5A5"/>
                  </a:solidFill>
                </a:rPr>
                <a:t>비주얼</a:t>
              </a:r>
              <a:r>
                <a:rPr lang="en-US" altLang="ko-KR" sz="1000" dirty="0">
                  <a:solidFill>
                    <a:srgbClr val="A5A5A5"/>
                  </a:solidFill>
                </a:rPr>
                <a:t> </a:t>
              </a:r>
              <a:r>
                <a:rPr lang="ko-KR" altLang="en-US" sz="1000" dirty="0">
                  <a:solidFill>
                    <a:srgbClr val="A5A5A5"/>
                  </a:solidFill>
                </a:rPr>
                <a:t>이미지</a:t>
              </a:r>
              <a:endParaRPr lang="en-US" altLang="ko-KR" sz="1000" dirty="0">
                <a:solidFill>
                  <a:srgbClr val="A5A5A5"/>
                </a:solidFill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423C870B-27E2-4893-B8C6-29E2D54977B1}"/>
              </a:ext>
            </a:extLst>
          </p:cNvPr>
          <p:cNvGrpSpPr/>
          <p:nvPr/>
        </p:nvGrpSpPr>
        <p:grpSpPr>
          <a:xfrm>
            <a:off x="6628130" y="1133230"/>
            <a:ext cx="2141401" cy="2585330"/>
            <a:chOff x="2351313" y="752259"/>
            <a:chExt cx="3095625" cy="3718557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607B0EF-52F3-4F7F-93AE-151579C73F66}"/>
                </a:ext>
              </a:extLst>
            </p:cNvPr>
            <p:cNvGrpSpPr/>
            <p:nvPr/>
          </p:nvGrpSpPr>
          <p:grpSpPr>
            <a:xfrm>
              <a:off x="2351313" y="752259"/>
              <a:ext cx="3095625" cy="3718557"/>
              <a:chOff x="2351314" y="752259"/>
              <a:chExt cx="6397032" cy="2720909"/>
            </a:xfrm>
          </p:grpSpPr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59B83607-A451-42F6-A438-7E62433681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1314" y="752259"/>
                <a:ext cx="6376638" cy="2720909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1AA75866-15AB-4A6F-8E90-27BEF4069B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51314" y="756859"/>
                <a:ext cx="6397032" cy="2716309"/>
              </a:xfrm>
              <a:prstGeom prst="line">
                <a:avLst/>
              </a:prstGeom>
              <a:noFill/>
              <a:ln w="9525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</p:cxn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E036A981-B81E-436A-914E-685F82B6C234}"/>
                  </a:ext>
                </a:extLst>
              </p:cNvPr>
              <p:cNvSpPr/>
              <p:nvPr/>
            </p:nvSpPr>
            <p:spPr>
              <a:xfrm>
                <a:off x="2351314" y="756859"/>
                <a:ext cx="6376638" cy="2716309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46739878-0A62-4EF9-BBDB-29CB811F5F32}"/>
                </a:ext>
              </a:extLst>
            </p:cNvPr>
            <p:cNvSpPr/>
            <p:nvPr/>
          </p:nvSpPr>
          <p:spPr>
            <a:xfrm>
              <a:off x="2641616" y="2545878"/>
              <a:ext cx="2505150" cy="16944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rgbClr val="A5A5A5"/>
                  </a:solidFill>
                </a:rPr>
                <a:t>비주얼</a:t>
              </a:r>
              <a:r>
                <a:rPr lang="en-US" altLang="ko-KR" sz="1000">
                  <a:solidFill>
                    <a:srgbClr val="A5A5A5"/>
                  </a:solidFill>
                </a:rPr>
                <a:t> </a:t>
              </a:r>
              <a:r>
                <a:rPr lang="ko-KR" altLang="en-US" sz="1000">
                  <a:solidFill>
                    <a:srgbClr val="A5A5A5"/>
                  </a:solidFill>
                </a:rPr>
                <a:t>이미지</a:t>
              </a:r>
              <a:endParaRPr lang="en-US" altLang="ko-KR" sz="1000" dirty="0">
                <a:solidFill>
                  <a:srgbClr val="A5A5A5"/>
                </a:solidFill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8500F6DE-B4AB-4E30-9E2A-F7FC4315E20C}"/>
              </a:ext>
            </a:extLst>
          </p:cNvPr>
          <p:cNvSpPr txBox="1"/>
          <p:nvPr/>
        </p:nvSpPr>
        <p:spPr>
          <a:xfrm>
            <a:off x="2481747" y="3072905"/>
            <a:ext cx="1805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shop </a:t>
            </a:r>
            <a:r>
              <a:rPr lang="en-US" altLang="ko-KR" sz="1400" dirty="0" err="1"/>
              <a:t>piknic</a:t>
            </a:r>
            <a:endParaRPr lang="en-US" altLang="ko-KR" sz="1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A1DCE7E-F146-4D35-B783-FFA557560030}"/>
              </a:ext>
            </a:extLst>
          </p:cNvPr>
          <p:cNvSpPr txBox="1"/>
          <p:nvPr/>
        </p:nvSpPr>
        <p:spPr>
          <a:xfrm>
            <a:off x="6753084" y="3018137"/>
            <a:ext cx="1805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Contact us</a:t>
            </a:r>
          </a:p>
        </p:txBody>
      </p:sp>
      <p:pic>
        <p:nvPicPr>
          <p:cNvPr id="119" name="Picture 4" descr="마우스 커서 아이콘 - 21,259종의 무료 아이콘">
            <a:extLst>
              <a:ext uri="{FF2B5EF4-FFF2-40B4-BE49-F238E27FC236}">
                <a16:creationId xmlns:a16="http://schemas.microsoft.com/office/drawing/2014/main" id="{0C32B6F9-B1C5-4A80-9D1E-1DC4540CB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758" y="3556251"/>
            <a:ext cx="274643" cy="27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AutoShape 256">
            <a:extLst>
              <a:ext uri="{FF2B5EF4-FFF2-40B4-BE49-F238E27FC236}">
                <a16:creationId xmlns:a16="http://schemas.microsoft.com/office/drawing/2014/main" id="{F7E37AD4-A1CF-4E69-8FFD-1DCD7EE2A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150" y="102933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EEA5F7C-1663-07C1-9BC5-F98125B5FAE3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74D84E3-6550-8B62-6AC6-5E58FE044919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BE8D4D4-B381-2A9E-E780-5B6F47586467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2EBEA2-4D87-18B9-6FEE-8FE08466E511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C1DAD09-BA05-FF85-DF2D-C9BDE15DCB62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71FD4B-63B4-17CC-41E2-3628B0F3F9FE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475EA6F3-C59C-B557-BB90-B5D9DCD56908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65" name="Picture 2" descr="로그인 - 무료 사람들개 아이콘">
              <a:extLst>
                <a:ext uri="{FF2B5EF4-FFF2-40B4-BE49-F238E27FC236}">
                  <a16:creationId xmlns:a16="http://schemas.microsoft.com/office/drawing/2014/main" id="{AA4857EE-F341-6C9F-E7E6-AC3490072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3A73F8E0-5BFB-6199-A816-77736B92C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2460D52E-7735-C3C1-A797-7576D9729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998ABC26-2140-E2BE-3216-59D438DA9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C6BBAAC3-12FD-E7A8-0C3C-B865860AC2EB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67A057AC-C479-9227-CE1D-EDA34905AB77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D7003D8D-7258-7B09-E759-912510B8952B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6AE9B72-8147-05F3-9E84-4C7FEC089D4C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180B63B-3DD1-D12A-D705-18416220E42A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6F0F549-A9D8-85F5-A419-72E77278ADBF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422AB12D-3A87-1A88-16B7-463DFF11DC16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1D63667-4CBF-C4B7-2A03-5569225CB224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94525A1-7453-3622-DA67-0EDA98837962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F768DA8-83C8-3A0C-3A4F-64B27A6B0F0E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0F5D51C-28A5-656C-A2A4-D7252A1D6D24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8A10F39-0D8A-2F9F-AC8F-83F1B601170E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3F8F0CF-CFDA-89C1-2926-A8A856A43D5B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016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1-1. </a:t>
            </a:r>
            <a:r>
              <a:rPr lang="ko-KR" altLang="en-US" dirty="0"/>
              <a:t>로그인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607575"/>
              </p:ext>
            </p:extLst>
          </p:nvPr>
        </p:nvGraphicFramePr>
        <p:xfrm>
          <a:off x="8829675" y="752260"/>
          <a:ext cx="3095625" cy="3590008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ID / PW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 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가입된 로그인 정보 입력 후 로그인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아이디 찾기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: 1-3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찾기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: 1-4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화면으로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회원가입 페이지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1-2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화면으로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비회원 주문조회 버튼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1-3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화면으로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660863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네이버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카카오톡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애플 등 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다양한 로그인 서비스도 추가 가능한가요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추가 가능합니다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원하시는 플랫폼 확정하여 말씀주세요</a:t>
                      </a:r>
                      <a:endParaRPr lang="en-US" altLang="ko-KR" sz="800" b="1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비밀번호가 틀릴 시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표시되는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창이 어떻게 표기되는지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추가부탁드립니다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&gt;&gt; 11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번 슬라이드 참고 바랍니다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[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모든 스토리보드에 해당하는 사안입니다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.]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3317EB-FBF4-4584-A99C-4C99D9025325}"/>
              </a:ext>
            </a:extLst>
          </p:cNvPr>
          <p:cNvSpPr/>
          <p:nvPr/>
        </p:nvSpPr>
        <p:spPr>
          <a:xfrm>
            <a:off x="3636629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DAC977-757D-4CA4-A337-590099ABBE36}"/>
              </a:ext>
            </a:extLst>
          </p:cNvPr>
          <p:cNvSpPr/>
          <p:nvPr/>
        </p:nvSpPr>
        <p:spPr>
          <a:xfrm>
            <a:off x="3636629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E63F620-01BE-48BD-A356-1CACBFB2C2B4}"/>
              </a:ext>
            </a:extLst>
          </p:cNvPr>
          <p:cNvSpPr/>
          <p:nvPr/>
        </p:nvSpPr>
        <p:spPr>
          <a:xfrm>
            <a:off x="6425663" y="3028809"/>
            <a:ext cx="1352939" cy="6754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Enter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CE477E-80BB-4584-8BA9-5CC29703443B}"/>
              </a:ext>
            </a:extLst>
          </p:cNvPr>
          <p:cNvSpPr txBox="1"/>
          <p:nvPr/>
        </p:nvSpPr>
        <p:spPr>
          <a:xfrm>
            <a:off x="3181483" y="3027208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3F8A6-3A5F-457E-8E26-7343D54E23F8}"/>
              </a:ext>
            </a:extLst>
          </p:cNvPr>
          <p:cNvSpPr txBox="1"/>
          <p:nvPr/>
        </p:nvSpPr>
        <p:spPr>
          <a:xfrm>
            <a:off x="4845143" y="1967182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Login</a:t>
            </a:r>
            <a:endParaRPr lang="ko-KR" altLang="en-US" sz="2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060668-9687-49A7-933A-82D710F26229}"/>
              </a:ext>
            </a:extLst>
          </p:cNvPr>
          <p:cNvSpPr txBox="1"/>
          <p:nvPr/>
        </p:nvSpPr>
        <p:spPr>
          <a:xfrm>
            <a:off x="4457032" y="3953578"/>
            <a:ext cx="1484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아이디 찾기 </a:t>
            </a:r>
            <a:r>
              <a:rPr lang="en-US" altLang="ko-KR" sz="800" dirty="0"/>
              <a:t>| </a:t>
            </a:r>
            <a:r>
              <a:rPr lang="ko-KR" altLang="en-US" sz="800" dirty="0"/>
              <a:t>비밀번호 찾기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5C8DDC-567B-48F8-AAE8-6D2D97CD5FCA}"/>
              </a:ext>
            </a:extLst>
          </p:cNvPr>
          <p:cNvSpPr txBox="1"/>
          <p:nvPr/>
        </p:nvSpPr>
        <p:spPr>
          <a:xfrm>
            <a:off x="3143813" y="341909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</a:t>
            </a:r>
            <a:endParaRPr lang="ko-KR" altLang="en-US" sz="11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1E14AE-8BF1-412C-A037-DFD26E68A65C}"/>
              </a:ext>
            </a:extLst>
          </p:cNvPr>
          <p:cNvSpPr/>
          <p:nvPr/>
        </p:nvSpPr>
        <p:spPr>
          <a:xfrm>
            <a:off x="5548211" y="4973216"/>
            <a:ext cx="1352939" cy="442352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Join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26C6B3-6AF3-4B14-B7B9-2FE7BDDADA19}"/>
              </a:ext>
            </a:extLst>
          </p:cNvPr>
          <p:cNvSpPr txBox="1"/>
          <p:nvPr/>
        </p:nvSpPr>
        <p:spPr>
          <a:xfrm>
            <a:off x="3771772" y="5084373"/>
            <a:ext cx="16161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아직 회원이 </a:t>
            </a:r>
            <a:r>
              <a:rPr lang="ko-KR" altLang="en-US" sz="1000" dirty="0" err="1">
                <a:solidFill>
                  <a:srgbClr val="FF0000"/>
                </a:solidFill>
              </a:rPr>
              <a:t>아니신가요</a:t>
            </a:r>
            <a:r>
              <a:rPr lang="en-US" altLang="ko-KR" sz="1000" dirty="0">
                <a:solidFill>
                  <a:srgbClr val="FF0000"/>
                </a:solidFill>
              </a:rPr>
              <a:t>?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2" name="AutoShape 256">
            <a:extLst>
              <a:ext uri="{FF2B5EF4-FFF2-40B4-BE49-F238E27FC236}">
                <a16:creationId xmlns:a16="http://schemas.microsoft.com/office/drawing/2014/main" id="{01C21CF3-C85B-4B83-A28F-B403DB034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841" y="273874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3" name="AutoShape 256">
            <a:extLst>
              <a:ext uri="{FF2B5EF4-FFF2-40B4-BE49-F238E27FC236}">
                <a16:creationId xmlns:a16="http://schemas.microsoft.com/office/drawing/2014/main" id="{A1F33B2A-2DE7-4185-AD27-96C05289A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393" y="39535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4" name="AutoShape 256">
            <a:extLst>
              <a:ext uri="{FF2B5EF4-FFF2-40B4-BE49-F238E27FC236}">
                <a16:creationId xmlns:a16="http://schemas.microsoft.com/office/drawing/2014/main" id="{BD097075-205E-46F0-A6C3-3DCC17F62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476" y="470176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6D1FBB-77DF-8DDE-F540-DA7F1A07C3E1}"/>
              </a:ext>
            </a:extLst>
          </p:cNvPr>
          <p:cNvSpPr/>
          <p:nvPr/>
        </p:nvSpPr>
        <p:spPr>
          <a:xfrm>
            <a:off x="3627841" y="5978854"/>
            <a:ext cx="3402346" cy="4818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비회원 구매조회</a:t>
            </a:r>
          </a:p>
        </p:txBody>
      </p:sp>
      <p:sp>
        <p:nvSpPr>
          <p:cNvPr id="27" name="AutoShape 256">
            <a:extLst>
              <a:ext uri="{FF2B5EF4-FFF2-40B4-BE49-F238E27FC236}">
                <a16:creationId xmlns:a16="http://schemas.microsoft.com/office/drawing/2014/main" id="{0200A920-53E0-E034-9296-A3571EE49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858" y="588544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B8AB80-9752-7D71-0535-8D22AF48E951}"/>
              </a:ext>
            </a:extLst>
          </p:cNvPr>
          <p:cNvSpPr/>
          <p:nvPr/>
        </p:nvSpPr>
        <p:spPr>
          <a:xfrm>
            <a:off x="8951317" y="5245596"/>
            <a:ext cx="2965116" cy="10693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비회원</a:t>
            </a:r>
            <a:r>
              <a:rPr lang="en-US" altLang="ko-KR" sz="1600" dirty="0"/>
              <a:t> </a:t>
            </a:r>
            <a:r>
              <a:rPr lang="ko-KR" altLang="en-US" sz="1600" dirty="0"/>
              <a:t>구매조회 버튼 추가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AF5B3F9-866D-D125-2579-AC2463536CD3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5DF4A6A-D7F6-6D06-811B-A8FBB87F045E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F57F82A-86FA-13EB-DC07-07E954AAD963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37CE056-2402-ABEA-AAB7-C88F8805A137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5EC4F9C-D0F9-322A-F54A-5C3FAC4F9057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6B0E11-5847-5547-8A14-2C46CA369A3C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7B82910B-65CF-9EA6-7F74-1002AB1ACC9F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6" name="Picture 2" descr="로그인 - 무료 사람들개 아이콘">
              <a:extLst>
                <a:ext uri="{FF2B5EF4-FFF2-40B4-BE49-F238E27FC236}">
                  <a16:creationId xmlns:a16="http://schemas.microsoft.com/office/drawing/2014/main" id="{F1D4A652-E0F4-766B-8CF7-0B3E594A1C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B5FD7A33-A308-4A50-57B3-425754B5D6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B70E9F72-AE11-22B7-ABB8-766932347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9F034A1-9C49-68C3-EE93-2572B5D33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F7BEA9A-C771-CDDC-5C18-65B94D7E7067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743650A1-2619-6AD9-59FA-D4B97B392900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6A6A9CA-ECE9-9D14-1508-979950B1EDCD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F76E231-9AAA-FC49-117A-23D19F0A634F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E44BD1E-BEBB-FC69-92C0-7C2D4162B553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1CF8282-CBAE-2448-37FD-10037FA3C037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30974AEA-EFAB-2255-0C15-72B810B6B9A4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CB0FC1A-A4F3-2F50-6680-A4286F9E6B3C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C2C22CB-40D1-FEA7-A878-99194647365E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C2929AD-BEA0-73CF-CCEF-30ACFF00B58F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A24DF5F-8503-71EC-7129-2FFE8957A7DA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5A6FC43-0909-2ED1-D86F-59A7128074C2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208C10D-CBB7-1E8D-9D74-466518EB655B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701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4D973978-3A20-BB89-A1D0-24BC0D6D8BFB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B0932C2-222A-530F-220B-CD5159AE071E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1254639-01B8-B5A9-4A45-05D45931F629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7DBC93-3CD7-4ED0-61DA-C377A3A53E84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2C047E8-FD55-ECCB-F5F4-DACF2129B0C7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E8183F-4D83-0DAE-05B3-0D91A3C621BD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C5746DFE-6CC2-9835-4774-FCE2DE21F28D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5" name="Picture 2" descr="로그인 - 무료 사람들개 아이콘">
              <a:extLst>
                <a:ext uri="{FF2B5EF4-FFF2-40B4-BE49-F238E27FC236}">
                  <a16:creationId xmlns:a16="http://schemas.microsoft.com/office/drawing/2014/main" id="{4AB97146-E5BA-5EFF-4143-9522B08CF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9987DF55-23BA-E13B-21B3-4BC725124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AA712E8E-F6E4-3C96-D2B6-A56069202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F9F6C211-95D6-6295-AC91-8DCBE46A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121CB360-DD27-D272-D58E-0879B0D7AF90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9FD820D-E0A5-5700-31BF-F446192A0A90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46C90DFB-CA20-ACD2-64EF-9382F72BDBB3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82FC6F-AA4B-011C-83FE-B62222B1E8C3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039287A-6521-E2AF-F01E-5918668EC914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1F7C92-B6AA-F2C6-CF17-1A89315B330D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06484FE-10F2-79F4-2BC1-B090E79C8500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BD2B219-562A-91FE-CFA4-0C0C3415DF8C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06477A0-8F92-6D51-A221-6F122F49E02D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1F75494-8A82-F5E8-5F47-669BBAAADCAA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E7C258-6E03-8EB9-FD80-332F4197EF2D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20E8774-3AC2-C0CB-E8C8-E8FAAEA61FB6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5929AAA-2305-C19A-9518-28FDCA6D7F15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1-1-1. </a:t>
            </a:r>
            <a:r>
              <a:rPr lang="ko-KR" altLang="en-US" dirty="0"/>
              <a:t>로그인 </a:t>
            </a:r>
            <a:r>
              <a:rPr lang="en-US" altLang="ko-KR" dirty="0"/>
              <a:t>– </a:t>
            </a:r>
            <a:r>
              <a:rPr lang="ko-KR" altLang="en-US" dirty="0"/>
              <a:t>상황 별 </a:t>
            </a:r>
            <a:r>
              <a:rPr lang="ko-KR" altLang="en-US" dirty="0" err="1"/>
              <a:t>알럿창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378699"/>
              </p:ext>
            </p:extLst>
          </p:nvPr>
        </p:nvGraphicFramePr>
        <p:xfrm>
          <a:off x="8829675" y="752260"/>
          <a:ext cx="3095625" cy="325884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오류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아이디가 회원 리스트에 없는 경우 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 오류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아이디가 회원 리스트에 있고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아이디와 비밀번호가 일치하지 않는 경우 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3317EB-FBF4-4584-A99C-4C99D9025325}"/>
              </a:ext>
            </a:extLst>
          </p:cNvPr>
          <p:cNvSpPr/>
          <p:nvPr/>
        </p:nvSpPr>
        <p:spPr>
          <a:xfrm>
            <a:off x="3636629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DAC977-757D-4CA4-A337-590099ABBE36}"/>
              </a:ext>
            </a:extLst>
          </p:cNvPr>
          <p:cNvSpPr/>
          <p:nvPr/>
        </p:nvSpPr>
        <p:spPr>
          <a:xfrm>
            <a:off x="3636629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E63F620-01BE-48BD-A356-1CACBFB2C2B4}"/>
              </a:ext>
            </a:extLst>
          </p:cNvPr>
          <p:cNvSpPr/>
          <p:nvPr/>
        </p:nvSpPr>
        <p:spPr>
          <a:xfrm>
            <a:off x="6425663" y="3028809"/>
            <a:ext cx="1352939" cy="6754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Enter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CE477E-80BB-4584-8BA9-5CC29703443B}"/>
              </a:ext>
            </a:extLst>
          </p:cNvPr>
          <p:cNvSpPr txBox="1"/>
          <p:nvPr/>
        </p:nvSpPr>
        <p:spPr>
          <a:xfrm>
            <a:off x="3181483" y="3027208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3F8A6-3A5F-457E-8E26-7343D54E23F8}"/>
              </a:ext>
            </a:extLst>
          </p:cNvPr>
          <p:cNvSpPr txBox="1"/>
          <p:nvPr/>
        </p:nvSpPr>
        <p:spPr>
          <a:xfrm>
            <a:off x="4845143" y="1967182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Login</a:t>
            </a:r>
            <a:endParaRPr lang="ko-KR" altLang="en-US" sz="2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060668-9687-49A7-933A-82D710F26229}"/>
              </a:ext>
            </a:extLst>
          </p:cNvPr>
          <p:cNvSpPr txBox="1"/>
          <p:nvPr/>
        </p:nvSpPr>
        <p:spPr>
          <a:xfrm>
            <a:off x="4457032" y="3953578"/>
            <a:ext cx="1484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아이디 찾기 </a:t>
            </a:r>
            <a:r>
              <a:rPr lang="en-US" altLang="ko-KR" sz="800" dirty="0"/>
              <a:t>| </a:t>
            </a:r>
            <a:r>
              <a:rPr lang="ko-KR" altLang="en-US" sz="800" dirty="0"/>
              <a:t>비밀번호 찾기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5C8DDC-567B-48F8-AAE8-6D2D97CD5FCA}"/>
              </a:ext>
            </a:extLst>
          </p:cNvPr>
          <p:cNvSpPr txBox="1"/>
          <p:nvPr/>
        </p:nvSpPr>
        <p:spPr>
          <a:xfrm>
            <a:off x="3143813" y="341909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</a:t>
            </a:r>
            <a:endParaRPr lang="ko-KR" altLang="en-US" sz="11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1E14AE-8BF1-412C-A037-DFD26E68A65C}"/>
              </a:ext>
            </a:extLst>
          </p:cNvPr>
          <p:cNvSpPr/>
          <p:nvPr/>
        </p:nvSpPr>
        <p:spPr>
          <a:xfrm>
            <a:off x="5548211" y="4973216"/>
            <a:ext cx="1352939" cy="442352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Join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26C6B3-6AF3-4B14-B7B9-2FE7BDDADA19}"/>
              </a:ext>
            </a:extLst>
          </p:cNvPr>
          <p:cNvSpPr txBox="1"/>
          <p:nvPr/>
        </p:nvSpPr>
        <p:spPr>
          <a:xfrm>
            <a:off x="3771772" y="5084373"/>
            <a:ext cx="16161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아직 회원이 </a:t>
            </a:r>
            <a:r>
              <a:rPr lang="ko-KR" altLang="en-US" sz="1000" dirty="0" err="1">
                <a:solidFill>
                  <a:srgbClr val="FF0000"/>
                </a:solidFill>
              </a:rPr>
              <a:t>아니신가요</a:t>
            </a:r>
            <a:r>
              <a:rPr lang="en-US" altLang="ko-KR" sz="1000" dirty="0">
                <a:solidFill>
                  <a:srgbClr val="FF0000"/>
                </a:solidFill>
              </a:rPr>
              <a:t>?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3" name="AutoShape 256">
            <a:extLst>
              <a:ext uri="{FF2B5EF4-FFF2-40B4-BE49-F238E27FC236}">
                <a16:creationId xmlns:a16="http://schemas.microsoft.com/office/drawing/2014/main" id="{A1F33B2A-2DE7-4185-AD27-96C05289A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393" y="39535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A2EE83-EB51-CAA5-7AD9-497B42676BD4}"/>
              </a:ext>
            </a:extLst>
          </p:cNvPr>
          <p:cNvSpPr/>
          <p:nvPr/>
        </p:nvSpPr>
        <p:spPr>
          <a:xfrm>
            <a:off x="243840" y="733474"/>
            <a:ext cx="8509635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AB2B4BC-9E57-84E6-11B9-279672761A97}"/>
              </a:ext>
            </a:extLst>
          </p:cNvPr>
          <p:cNvGrpSpPr/>
          <p:nvPr/>
        </p:nvGrpSpPr>
        <p:grpSpPr>
          <a:xfrm>
            <a:off x="956871" y="2658850"/>
            <a:ext cx="3349522" cy="1074834"/>
            <a:chOff x="3013351" y="1047757"/>
            <a:chExt cx="3349522" cy="107483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C4CAD1-4510-7F08-7BED-3F496B55F7C8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0D25A5-27A4-1DEC-4148-47713C6C118A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81D8387-6823-2547-10DC-D3F4201768BE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4D1CC1-FA2A-9B1E-95DF-66B6818363FC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입력하신 아이디를 찾을 수 없습니다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62" name="AutoShape 256">
            <a:extLst>
              <a:ext uri="{FF2B5EF4-FFF2-40B4-BE49-F238E27FC236}">
                <a16:creationId xmlns:a16="http://schemas.microsoft.com/office/drawing/2014/main" id="{01C21CF3-C85B-4B83-A28F-B403DB034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671" y="260823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7CF5EC3-E1DF-4F08-B7A0-AD866BF37217}"/>
              </a:ext>
            </a:extLst>
          </p:cNvPr>
          <p:cNvGrpSpPr/>
          <p:nvPr/>
        </p:nvGrpSpPr>
        <p:grpSpPr>
          <a:xfrm>
            <a:off x="4989215" y="2658850"/>
            <a:ext cx="3349522" cy="1074834"/>
            <a:chOff x="3013351" y="1047757"/>
            <a:chExt cx="3349522" cy="1074834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FB02389-CA01-C9DA-C6D5-38EEFD7FF34C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ED7A62-CC6E-60FF-FB70-C39E225B2165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5851BC-F027-E521-34FC-D5DBB3D859D1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64774D0-5352-0C29-4187-AA8F4E602ED8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입력하신 아이디와 비밀번호가 일치하지 않습니다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37" name="AutoShape 256">
            <a:extLst>
              <a:ext uri="{FF2B5EF4-FFF2-40B4-BE49-F238E27FC236}">
                <a16:creationId xmlns:a16="http://schemas.microsoft.com/office/drawing/2014/main" id="{599C689F-2518-9A54-8C41-9985F590D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015" y="260823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21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E81290D-172F-73F5-8FC5-0E64E275EC45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1D6796-25D7-E9F1-DD11-89534ECBEE77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D057413-640E-DF25-0ABB-90BA5DBDD6B5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5866AA3-33EA-3D7C-E764-F76E862E1301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86A65A8-8E1A-6104-74A5-25CD161FEBF7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ED970E-9A67-9D17-DDD8-C0EDD2B91C65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A8BADB50-FF3A-18B9-30C3-CD840CC63DD7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65" name="Picture 2" descr="로그인 - 무료 사람들개 아이콘">
              <a:extLst>
                <a:ext uri="{FF2B5EF4-FFF2-40B4-BE49-F238E27FC236}">
                  <a16:creationId xmlns:a16="http://schemas.microsoft.com/office/drawing/2014/main" id="{8E45C0D4-9FDB-845B-634C-5BB52876C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0B61DC77-C8CE-EF99-7817-A1C12D86F8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62F77C48-3620-2481-26ED-C09EB9740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EDF975E4-044B-0B4A-CA30-984456906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F59A9B29-B521-4462-C1C3-2F32309F445B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39138F46-6A3E-724C-DFA0-EBF1EA741D46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856B6E63-DEE8-B56A-4A84-F42C7E229791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D180E57-6AD7-9441-DA1D-686D8EFC00D5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2C39EF-A73F-8038-596D-D4B5DECF89EA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81D74F0-8DEC-BF6C-CD15-1E480601A850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58E9AEAA-E84B-9E6C-CB89-BFEE1ED3C5B7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D11FEFD-B317-27D4-8C15-49F81AE106C3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475FD3A-F2BB-9FAE-AEC7-0B832CC64F35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C8E1374-56CE-F411-C083-3D63495DF0DB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3692040-9CF6-831A-0121-BE9F719D2E23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38C9FE5-901B-532B-F109-74C6311F8C36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3BEE07A-6975-F4A0-C394-FAE0E7931E76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1-1-2. </a:t>
            </a:r>
            <a:r>
              <a:rPr lang="ko-KR" altLang="en-US" dirty="0"/>
              <a:t>아이디 </a:t>
            </a:r>
            <a:r>
              <a:rPr lang="en-US" altLang="ko-KR" dirty="0"/>
              <a:t>- </a:t>
            </a:r>
            <a:r>
              <a:rPr lang="ko-KR" altLang="en-US" dirty="0"/>
              <a:t>아이디 찾기 팝업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58268"/>
              </p:ext>
            </p:extLst>
          </p:nvPr>
        </p:nvGraphicFramePr>
        <p:xfrm>
          <a:off x="8829675" y="752260"/>
          <a:ext cx="3095625" cy="314377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찾기 팝업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이름과 이메일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또는 휴대폰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 일치하는 회원가입 정보가 있을 경우 해당 이메일로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ID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정보를 발송함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아이디 찾기 수단을 선택하기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1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번 선택에 따라 텍스트 변경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 선택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이메일 발송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 선택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휴대폰번호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SMS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발송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* SMS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발송비용 별도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선충전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차감방식이며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건당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15~20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원 수준 예상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발송이 되었다는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얼럿창이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추가로 필요할 것 같네요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17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번 슬라이드 참고 바랍니다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216771E-CD00-4B5C-A869-8C73A7E391D8}"/>
              </a:ext>
            </a:extLst>
          </p:cNvPr>
          <p:cNvSpPr/>
          <p:nvPr/>
        </p:nvSpPr>
        <p:spPr>
          <a:xfrm>
            <a:off x="3803493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E8E8C7A-FA21-40EE-A2F4-CB28B0A3040E}"/>
              </a:ext>
            </a:extLst>
          </p:cNvPr>
          <p:cNvSpPr/>
          <p:nvPr/>
        </p:nvSpPr>
        <p:spPr>
          <a:xfrm>
            <a:off x="3803493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6D7B708-65B4-4531-A192-A73E662B8ACB}"/>
              </a:ext>
            </a:extLst>
          </p:cNvPr>
          <p:cNvSpPr/>
          <p:nvPr/>
        </p:nvSpPr>
        <p:spPr>
          <a:xfrm>
            <a:off x="6592527" y="3028809"/>
            <a:ext cx="1352939" cy="6754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Enter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534FF56-7842-497B-9A28-7E802DD7801F}"/>
              </a:ext>
            </a:extLst>
          </p:cNvPr>
          <p:cNvSpPr txBox="1"/>
          <p:nvPr/>
        </p:nvSpPr>
        <p:spPr>
          <a:xfrm>
            <a:off x="3348347" y="3027208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19E3D49-A99F-4CCB-90E5-453A5E7C8F8F}"/>
              </a:ext>
            </a:extLst>
          </p:cNvPr>
          <p:cNvSpPr txBox="1"/>
          <p:nvPr/>
        </p:nvSpPr>
        <p:spPr>
          <a:xfrm>
            <a:off x="5012007" y="1967182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Login</a:t>
            </a:r>
            <a:endParaRPr lang="ko-KR" altLang="en-US" sz="28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9996038-A047-4EAA-8373-BD6515F815A8}"/>
              </a:ext>
            </a:extLst>
          </p:cNvPr>
          <p:cNvSpPr txBox="1"/>
          <p:nvPr/>
        </p:nvSpPr>
        <p:spPr>
          <a:xfrm>
            <a:off x="4623896" y="3953578"/>
            <a:ext cx="1484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아이디 찾기 </a:t>
            </a:r>
            <a:r>
              <a:rPr lang="en-US" altLang="ko-KR" sz="800" dirty="0"/>
              <a:t>| </a:t>
            </a:r>
            <a:r>
              <a:rPr lang="ko-KR" altLang="en-US" sz="800" dirty="0"/>
              <a:t>비밀번호 찾기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131B22E-82CF-4C04-AC35-786776A5309A}"/>
              </a:ext>
            </a:extLst>
          </p:cNvPr>
          <p:cNvSpPr txBox="1"/>
          <p:nvPr/>
        </p:nvSpPr>
        <p:spPr>
          <a:xfrm>
            <a:off x="3310677" y="341909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</a:t>
            </a:r>
            <a:endParaRPr lang="ko-KR" altLang="en-US" sz="1100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FB7D369-6FDE-468A-95DC-AA46522D9E54}"/>
              </a:ext>
            </a:extLst>
          </p:cNvPr>
          <p:cNvSpPr/>
          <p:nvPr/>
        </p:nvSpPr>
        <p:spPr>
          <a:xfrm>
            <a:off x="5715075" y="4973216"/>
            <a:ext cx="1352939" cy="442352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Join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0EFA1BB-F4B5-4B17-8F55-3C807078856D}"/>
              </a:ext>
            </a:extLst>
          </p:cNvPr>
          <p:cNvSpPr txBox="1"/>
          <p:nvPr/>
        </p:nvSpPr>
        <p:spPr>
          <a:xfrm>
            <a:off x="3938636" y="5084373"/>
            <a:ext cx="16161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아직 회원이 </a:t>
            </a:r>
            <a:r>
              <a:rPr lang="ko-KR" altLang="en-US" sz="1000" dirty="0" err="1"/>
              <a:t>아니신가요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01" name="AutoShape 256">
            <a:extLst>
              <a:ext uri="{FF2B5EF4-FFF2-40B4-BE49-F238E27FC236}">
                <a16:creationId xmlns:a16="http://schemas.microsoft.com/office/drawing/2014/main" id="{F30F2833-0F30-4696-9181-7D5223E6A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705" y="273874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2" name="AutoShape 256">
            <a:extLst>
              <a:ext uri="{FF2B5EF4-FFF2-40B4-BE49-F238E27FC236}">
                <a16:creationId xmlns:a16="http://schemas.microsoft.com/office/drawing/2014/main" id="{B3A31818-B1A3-417B-9E87-FE4EBA8AB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257" y="39535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3" name="AutoShape 256">
            <a:extLst>
              <a:ext uri="{FF2B5EF4-FFF2-40B4-BE49-F238E27FC236}">
                <a16:creationId xmlns:a16="http://schemas.microsoft.com/office/drawing/2014/main" id="{D49B3799-6065-4818-A931-E7FF6640A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340" y="470176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112D787-4418-4293-AF6D-55E1039F734D}"/>
              </a:ext>
            </a:extLst>
          </p:cNvPr>
          <p:cNvSpPr/>
          <p:nvPr/>
        </p:nvSpPr>
        <p:spPr>
          <a:xfrm>
            <a:off x="243840" y="733474"/>
            <a:ext cx="8509635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3BD66E2-1DED-48FD-BAC2-FC8A33EF35BA}"/>
              </a:ext>
            </a:extLst>
          </p:cNvPr>
          <p:cNvSpPr/>
          <p:nvPr/>
        </p:nvSpPr>
        <p:spPr>
          <a:xfrm>
            <a:off x="3140849" y="1861005"/>
            <a:ext cx="4712714" cy="37155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018E54F-C349-48E5-85AE-DEE8A058C6B9}"/>
              </a:ext>
            </a:extLst>
          </p:cNvPr>
          <p:cNvSpPr txBox="1"/>
          <p:nvPr/>
        </p:nvSpPr>
        <p:spPr>
          <a:xfrm>
            <a:off x="7531761" y="184916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400692C-BCE6-4C53-BCA8-A4A44CA338B2}"/>
              </a:ext>
            </a:extLst>
          </p:cNvPr>
          <p:cNvSpPr txBox="1"/>
          <p:nvPr/>
        </p:nvSpPr>
        <p:spPr>
          <a:xfrm>
            <a:off x="4845465" y="248192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아이디 찾기</a:t>
            </a:r>
          </a:p>
        </p:txBody>
      </p:sp>
      <p:graphicFrame>
        <p:nvGraphicFramePr>
          <p:cNvPr id="108" name="표 5">
            <a:extLst>
              <a:ext uri="{FF2B5EF4-FFF2-40B4-BE49-F238E27FC236}">
                <a16:creationId xmlns:a16="http://schemas.microsoft.com/office/drawing/2014/main" id="{8885217F-C4BA-4D92-9720-F4AE719D2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356332"/>
              </p:ext>
            </p:extLst>
          </p:nvPr>
        </p:nvGraphicFramePr>
        <p:xfrm>
          <a:off x="3719686" y="3527049"/>
          <a:ext cx="3462704" cy="742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12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2682492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71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17221"/>
                  </a:ext>
                </a:extLst>
              </a:tr>
            </a:tbl>
          </a:graphicData>
        </a:graphic>
      </p:graphicFrame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DF6592A-84E9-4529-89CF-E189A3ACEA9C}"/>
              </a:ext>
            </a:extLst>
          </p:cNvPr>
          <p:cNvSpPr/>
          <p:nvPr/>
        </p:nvSpPr>
        <p:spPr>
          <a:xfrm>
            <a:off x="4504041" y="4594202"/>
            <a:ext cx="2103430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아이디 이메일 발송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E481D52-CB7C-4CB2-968D-0B1B2EC7FB95}"/>
              </a:ext>
            </a:extLst>
          </p:cNvPr>
          <p:cNvSpPr/>
          <p:nvPr/>
        </p:nvSpPr>
        <p:spPr>
          <a:xfrm>
            <a:off x="4510833" y="3582893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AA5DF75-8B91-4D29-B078-0ECFA9D653D7}"/>
              </a:ext>
            </a:extLst>
          </p:cNvPr>
          <p:cNvSpPr/>
          <p:nvPr/>
        </p:nvSpPr>
        <p:spPr>
          <a:xfrm>
            <a:off x="4510833" y="3969754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8493094-A8B3-4E5E-938F-3DEA5A348712}"/>
              </a:ext>
            </a:extLst>
          </p:cNvPr>
          <p:cNvSpPr txBox="1"/>
          <p:nvPr/>
        </p:nvSpPr>
        <p:spPr>
          <a:xfrm>
            <a:off x="3871262" y="2859377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 시 등록하신 이메일 또는 휴대폰</a:t>
            </a:r>
            <a:r>
              <a:rPr lang="en-US" altLang="ko-KR" sz="900" dirty="0"/>
              <a:t>(SMS)</a:t>
            </a:r>
            <a:r>
              <a:rPr lang="ko-KR" altLang="en-US" sz="900" dirty="0"/>
              <a:t>으로 </a:t>
            </a:r>
            <a:r>
              <a:rPr lang="en-US" altLang="ko-KR" sz="900" dirty="0"/>
              <a:t>ID</a:t>
            </a:r>
            <a:r>
              <a:rPr lang="ko-KR" altLang="en-US" sz="900" dirty="0"/>
              <a:t>가 전송됩니다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3DC4E08-D5B3-45FE-81C9-C15B5C26B5FB}"/>
              </a:ext>
            </a:extLst>
          </p:cNvPr>
          <p:cNvGrpSpPr/>
          <p:nvPr/>
        </p:nvGrpSpPr>
        <p:grpSpPr>
          <a:xfrm>
            <a:off x="4748732" y="3237952"/>
            <a:ext cx="660780" cy="230832"/>
            <a:chOff x="3421435" y="3136213"/>
            <a:chExt cx="660780" cy="230832"/>
          </a:xfrm>
        </p:grpSpPr>
        <p:sp>
          <p:nvSpPr>
            <p:cNvPr id="114" name="원형: 비어 있음 113">
              <a:extLst>
                <a:ext uri="{FF2B5EF4-FFF2-40B4-BE49-F238E27FC236}">
                  <a16:creationId xmlns:a16="http://schemas.microsoft.com/office/drawing/2014/main" id="{FA43B8E6-F2C0-40B6-932B-F3A4D723754B}"/>
                </a:ext>
              </a:extLst>
            </p:cNvPr>
            <p:cNvSpPr/>
            <p:nvPr/>
          </p:nvSpPr>
          <p:spPr>
            <a:xfrm>
              <a:off x="3421435" y="3162649"/>
              <a:ext cx="151002" cy="151002"/>
            </a:xfrm>
            <a:prstGeom prst="donu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5C2345B-22C8-4539-98D0-2B6FFC250050}"/>
                </a:ext>
              </a:extLst>
            </p:cNvPr>
            <p:cNvSpPr txBox="1"/>
            <p:nvPr/>
          </p:nvSpPr>
          <p:spPr>
            <a:xfrm>
              <a:off x="3551300" y="313621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이메일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C39CAF7-3D5F-48AE-92D8-D76D90CF7110}"/>
              </a:ext>
            </a:extLst>
          </p:cNvPr>
          <p:cNvGrpSpPr/>
          <p:nvPr/>
        </p:nvGrpSpPr>
        <p:grpSpPr>
          <a:xfrm>
            <a:off x="5823796" y="3237952"/>
            <a:ext cx="634339" cy="230832"/>
            <a:chOff x="4496499" y="3136213"/>
            <a:chExt cx="634339" cy="230832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1B678C7-5F31-470F-A1A3-BC495C32F5AC}"/>
                </a:ext>
              </a:extLst>
            </p:cNvPr>
            <p:cNvSpPr/>
            <p:nvPr/>
          </p:nvSpPr>
          <p:spPr>
            <a:xfrm>
              <a:off x="4496499" y="3179427"/>
              <a:ext cx="134224" cy="1342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30A367B-8C70-4C46-86B8-1AEE725C91C5}"/>
                </a:ext>
              </a:extLst>
            </p:cNvPr>
            <p:cNvSpPr txBox="1"/>
            <p:nvPr/>
          </p:nvSpPr>
          <p:spPr>
            <a:xfrm>
              <a:off x="4599923" y="313621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휴대폰</a:t>
              </a:r>
            </a:p>
          </p:txBody>
        </p:sp>
      </p:grpSp>
      <p:sp>
        <p:nvSpPr>
          <p:cNvPr id="119" name="AutoShape 256">
            <a:extLst>
              <a:ext uri="{FF2B5EF4-FFF2-40B4-BE49-F238E27FC236}">
                <a16:creationId xmlns:a16="http://schemas.microsoft.com/office/drawing/2014/main" id="{503C2E27-2138-4624-A386-ABE905237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158" y="324207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20" name="AutoShape 256">
            <a:extLst>
              <a:ext uri="{FF2B5EF4-FFF2-40B4-BE49-F238E27FC236}">
                <a16:creationId xmlns:a16="http://schemas.microsoft.com/office/drawing/2014/main" id="{268BC1C6-F4B2-435D-A5E2-DD622E6F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758" y="399708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21" name="AutoShape 256">
            <a:extLst>
              <a:ext uri="{FF2B5EF4-FFF2-40B4-BE49-F238E27FC236}">
                <a16:creationId xmlns:a16="http://schemas.microsoft.com/office/drawing/2014/main" id="{BF8DFA77-BE31-43D5-9C8C-2D4440620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325" y="468498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0241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A2AC948-E82E-71CB-52B4-D5049681F2F7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9B47FE-9150-8F6A-C18C-D0E8C6DC5A73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2E380E8-A632-C3CB-49B7-677AED7B7104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5721ED-96AA-9288-D65F-A352FD4C1327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D76DF9-C258-7FDE-7B72-0A7FA18ABDB2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9D85B5-D2C0-B889-FA67-80D38A3A5CF5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0A6E600C-81AC-43AB-86B7-AA883BCC66C0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3" name="Picture 2" descr="로그인 - 무료 사람들개 아이콘">
              <a:extLst>
                <a:ext uri="{FF2B5EF4-FFF2-40B4-BE49-F238E27FC236}">
                  <a16:creationId xmlns:a16="http://schemas.microsoft.com/office/drawing/2014/main" id="{5F5DD7F2-4C27-0862-B632-836554F16A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0752BE84-901F-2679-695A-43579FABB9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5D0391E9-F62C-EDDE-B248-18CBC1853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AA91205B-9195-01E3-F4B9-7D271B202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A5FF96D-DBB3-47CD-1676-4D6EEB54E665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64DEC39D-EB07-B74C-082A-5235B3EEA0CC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02EC7336-FA50-2953-3B9A-5B8FC406DB53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42F8FE-C7C8-A7E1-CFA8-C50C14D49249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D64F3A-D51E-2ED5-0867-5BC8AA1FFAD6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7660A9-BC81-E2CC-9656-3B59A28254C3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BF040379-A83A-156A-B9D9-7E9B9F992432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BCD2643-A99C-B77B-A43A-EE47E2A55112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ECF2359-5B17-035B-F503-69EB5C2C314C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2E9FD76-F6E6-8EEF-4364-FB417276AB88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0EF03F7-2BF9-6711-ACD6-A6D26F19A53C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DDD0A57-6164-91AB-E586-C85B2E4AC3DC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7B4B39-1B89-F59A-FF83-395CD055176E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1-1-3. </a:t>
            </a:r>
            <a:r>
              <a:rPr lang="ko-KR" altLang="en-US" dirty="0"/>
              <a:t>비밀번호 찾기 팝업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067489"/>
              </p:ext>
            </p:extLst>
          </p:nvPr>
        </p:nvGraphicFramePr>
        <p:xfrm>
          <a:off x="8829675" y="752260"/>
          <a:ext cx="3095625" cy="314377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 찾기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회원 아이디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이름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이메일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또는 휴대폰번호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 모두 일치하는 회원가입 정보가 있을 경우 임시비밀번호를 생성하여 해당 이메일로 임시비밀번호를 발송함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찾기 수단을 선택하기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1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번 선택에 따라 텍스트 변경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 선택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이메일 발송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 선택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휴대폰번호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SMS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발송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* SMS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발송비용 별도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선충전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차감방식이며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건당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15~20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원 수준 예상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동일하게 임시 비밀번호 발송 시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얼럿창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요청드려요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17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번 슬라이드 참고 바랍니다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112D787-4418-4293-AF6D-55E1039F734D}"/>
              </a:ext>
            </a:extLst>
          </p:cNvPr>
          <p:cNvSpPr/>
          <p:nvPr/>
        </p:nvSpPr>
        <p:spPr>
          <a:xfrm>
            <a:off x="243840" y="733474"/>
            <a:ext cx="8509635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F3FF98-0BFB-4D15-8E1F-662B36365B25}"/>
              </a:ext>
            </a:extLst>
          </p:cNvPr>
          <p:cNvSpPr/>
          <p:nvPr/>
        </p:nvSpPr>
        <p:spPr>
          <a:xfrm>
            <a:off x="3752999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5A3618-661D-43AF-B62B-3080964960FE}"/>
              </a:ext>
            </a:extLst>
          </p:cNvPr>
          <p:cNvSpPr/>
          <p:nvPr/>
        </p:nvSpPr>
        <p:spPr>
          <a:xfrm>
            <a:off x="3752999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BE9A1AE-A88E-4C9D-BCF7-7BA82EF04B4B}"/>
              </a:ext>
            </a:extLst>
          </p:cNvPr>
          <p:cNvSpPr/>
          <p:nvPr/>
        </p:nvSpPr>
        <p:spPr>
          <a:xfrm>
            <a:off x="6542033" y="3028809"/>
            <a:ext cx="1352939" cy="6754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Enter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C76D2B-3A87-4FE2-BB1E-6209DE94CA9E}"/>
              </a:ext>
            </a:extLst>
          </p:cNvPr>
          <p:cNvSpPr txBox="1"/>
          <p:nvPr/>
        </p:nvSpPr>
        <p:spPr>
          <a:xfrm>
            <a:off x="3297853" y="3027208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5C26DE-9111-4B23-A234-8F0E3FBF1163}"/>
              </a:ext>
            </a:extLst>
          </p:cNvPr>
          <p:cNvSpPr txBox="1"/>
          <p:nvPr/>
        </p:nvSpPr>
        <p:spPr>
          <a:xfrm>
            <a:off x="4961513" y="1967182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Login</a:t>
            </a:r>
            <a:endParaRPr lang="ko-KR" altLang="en-US" sz="2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928F99-50E9-4BE6-B4B8-4ADD78F8AD9B}"/>
              </a:ext>
            </a:extLst>
          </p:cNvPr>
          <p:cNvSpPr txBox="1"/>
          <p:nvPr/>
        </p:nvSpPr>
        <p:spPr>
          <a:xfrm>
            <a:off x="4573402" y="3953578"/>
            <a:ext cx="1484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아이디 찾기 </a:t>
            </a:r>
            <a:r>
              <a:rPr lang="en-US" altLang="ko-KR" sz="800" dirty="0"/>
              <a:t>| </a:t>
            </a:r>
            <a:r>
              <a:rPr lang="ko-KR" altLang="en-US" sz="800" dirty="0"/>
              <a:t>비밀번호 찾기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7BCBEC-76EC-4F08-92F4-42B91DFE875E}"/>
              </a:ext>
            </a:extLst>
          </p:cNvPr>
          <p:cNvSpPr txBox="1"/>
          <p:nvPr/>
        </p:nvSpPr>
        <p:spPr>
          <a:xfrm>
            <a:off x="3260183" y="341909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</a:t>
            </a:r>
            <a:endParaRPr lang="ko-KR" altLang="en-US" sz="11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59A45F7-2E52-442B-94D0-7DECE35CC6D8}"/>
              </a:ext>
            </a:extLst>
          </p:cNvPr>
          <p:cNvSpPr/>
          <p:nvPr/>
        </p:nvSpPr>
        <p:spPr>
          <a:xfrm>
            <a:off x="5664581" y="4973216"/>
            <a:ext cx="1352939" cy="442352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Join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154289-D4B8-4B33-90D4-175DD6E35FF0}"/>
              </a:ext>
            </a:extLst>
          </p:cNvPr>
          <p:cNvSpPr txBox="1"/>
          <p:nvPr/>
        </p:nvSpPr>
        <p:spPr>
          <a:xfrm>
            <a:off x="3888142" y="5084373"/>
            <a:ext cx="16161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아직 회원이 </a:t>
            </a:r>
            <a:r>
              <a:rPr lang="ko-KR" altLang="en-US" sz="1000" dirty="0" err="1"/>
              <a:t>아니신가요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61" name="AutoShape 256">
            <a:extLst>
              <a:ext uri="{FF2B5EF4-FFF2-40B4-BE49-F238E27FC236}">
                <a16:creationId xmlns:a16="http://schemas.microsoft.com/office/drawing/2014/main" id="{DD591CB6-4069-4318-9506-55E7A081A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211" y="273874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2" name="AutoShape 256">
            <a:extLst>
              <a:ext uri="{FF2B5EF4-FFF2-40B4-BE49-F238E27FC236}">
                <a16:creationId xmlns:a16="http://schemas.microsoft.com/office/drawing/2014/main" id="{E0781614-ECB0-4A4D-A0FF-78910F44C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63" y="39535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3" name="AutoShape 256">
            <a:extLst>
              <a:ext uri="{FF2B5EF4-FFF2-40B4-BE49-F238E27FC236}">
                <a16:creationId xmlns:a16="http://schemas.microsoft.com/office/drawing/2014/main" id="{DB25207B-DC13-47E9-9EB5-A9E91A678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8846" y="470176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0D32B41-AD68-4E46-ABC1-1EF68E028CCA}"/>
              </a:ext>
            </a:extLst>
          </p:cNvPr>
          <p:cNvSpPr/>
          <p:nvPr/>
        </p:nvSpPr>
        <p:spPr>
          <a:xfrm>
            <a:off x="3090355" y="1861005"/>
            <a:ext cx="4712714" cy="37155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2D2861-300E-4E9B-943B-DEDA562EFBA1}"/>
              </a:ext>
            </a:extLst>
          </p:cNvPr>
          <p:cNvSpPr txBox="1"/>
          <p:nvPr/>
        </p:nvSpPr>
        <p:spPr>
          <a:xfrm>
            <a:off x="7481267" y="184916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EDB173-0068-4FAD-AFAB-0A8B3A32A23D}"/>
              </a:ext>
            </a:extLst>
          </p:cNvPr>
          <p:cNvSpPr txBox="1"/>
          <p:nvPr/>
        </p:nvSpPr>
        <p:spPr>
          <a:xfrm>
            <a:off x="4727672" y="235566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 찾기</a:t>
            </a:r>
          </a:p>
        </p:txBody>
      </p:sp>
      <p:graphicFrame>
        <p:nvGraphicFramePr>
          <p:cNvPr id="67" name="표 5">
            <a:extLst>
              <a:ext uri="{FF2B5EF4-FFF2-40B4-BE49-F238E27FC236}">
                <a16:creationId xmlns:a16="http://schemas.microsoft.com/office/drawing/2014/main" id="{5B9E3332-93A4-4218-8C44-CE4BB5D68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580561"/>
              </p:ext>
            </p:extLst>
          </p:nvPr>
        </p:nvGraphicFramePr>
        <p:xfrm>
          <a:off x="3669192" y="3527049"/>
          <a:ext cx="3462704" cy="148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38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2526323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71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회원 아이디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17221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02442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96231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7875B1D8-A53F-46E1-B834-00F87592F977}"/>
              </a:ext>
            </a:extLst>
          </p:cNvPr>
          <p:cNvSpPr/>
          <p:nvPr/>
        </p:nvSpPr>
        <p:spPr>
          <a:xfrm>
            <a:off x="4453547" y="4875224"/>
            <a:ext cx="2103430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임시 비밀번호 발급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6BDB09-440F-4B27-ABF3-0FBBDA4367C5}"/>
              </a:ext>
            </a:extLst>
          </p:cNvPr>
          <p:cNvSpPr txBox="1"/>
          <p:nvPr/>
        </p:nvSpPr>
        <p:spPr>
          <a:xfrm>
            <a:off x="3299199" y="2732164"/>
            <a:ext cx="44101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 시 등록하신 이메일 또는 휴대폰</a:t>
            </a:r>
            <a:r>
              <a:rPr lang="en-US" altLang="ko-KR" sz="900" dirty="0"/>
              <a:t>(SMS)</a:t>
            </a:r>
            <a:r>
              <a:rPr lang="ko-KR" altLang="en-US" sz="900" dirty="0"/>
              <a:t>으로 임시 비밀번호가 전송됩니다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D1CCDE0-A58C-4348-AA16-A54CBEC6129D}"/>
              </a:ext>
            </a:extLst>
          </p:cNvPr>
          <p:cNvSpPr/>
          <p:nvPr/>
        </p:nvSpPr>
        <p:spPr>
          <a:xfrm>
            <a:off x="4460339" y="3582893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1D4030A-56D8-4E7E-91C8-81A60C9682B2}"/>
              </a:ext>
            </a:extLst>
          </p:cNvPr>
          <p:cNvSpPr/>
          <p:nvPr/>
        </p:nvSpPr>
        <p:spPr>
          <a:xfrm>
            <a:off x="4460339" y="3969754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479EA2E-DB38-48D0-B5E0-FC48240D61C1}"/>
              </a:ext>
            </a:extLst>
          </p:cNvPr>
          <p:cNvSpPr/>
          <p:nvPr/>
        </p:nvSpPr>
        <p:spPr>
          <a:xfrm>
            <a:off x="4460339" y="4321447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D061A7D-750F-4A96-AA07-1B2A2A4DBEFD}"/>
              </a:ext>
            </a:extLst>
          </p:cNvPr>
          <p:cNvGrpSpPr/>
          <p:nvPr/>
        </p:nvGrpSpPr>
        <p:grpSpPr>
          <a:xfrm>
            <a:off x="4698238" y="3154475"/>
            <a:ext cx="660780" cy="230832"/>
            <a:chOff x="3421435" y="3136213"/>
            <a:chExt cx="660780" cy="230832"/>
          </a:xfrm>
        </p:grpSpPr>
        <p:sp>
          <p:nvSpPr>
            <p:cNvPr id="74" name="원형: 비어 있음 73">
              <a:extLst>
                <a:ext uri="{FF2B5EF4-FFF2-40B4-BE49-F238E27FC236}">
                  <a16:creationId xmlns:a16="http://schemas.microsoft.com/office/drawing/2014/main" id="{7D3DE734-BFD4-48A6-A99C-0216CEDC9766}"/>
                </a:ext>
              </a:extLst>
            </p:cNvPr>
            <p:cNvSpPr/>
            <p:nvPr/>
          </p:nvSpPr>
          <p:spPr>
            <a:xfrm>
              <a:off x="3421435" y="3162649"/>
              <a:ext cx="151002" cy="151002"/>
            </a:xfrm>
            <a:prstGeom prst="donu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F01D0FB-B638-4705-AAB8-537DFF107574}"/>
                </a:ext>
              </a:extLst>
            </p:cNvPr>
            <p:cNvSpPr txBox="1"/>
            <p:nvPr/>
          </p:nvSpPr>
          <p:spPr>
            <a:xfrm>
              <a:off x="3551300" y="313621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이메일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DDF88F5-1613-4541-A96B-31BD9CCEA42A}"/>
              </a:ext>
            </a:extLst>
          </p:cNvPr>
          <p:cNvGrpSpPr/>
          <p:nvPr/>
        </p:nvGrpSpPr>
        <p:grpSpPr>
          <a:xfrm>
            <a:off x="5773302" y="3154475"/>
            <a:ext cx="634339" cy="230832"/>
            <a:chOff x="4496499" y="3136213"/>
            <a:chExt cx="634339" cy="230832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3E11E58D-4FD0-4544-B8E1-38D580D6FA08}"/>
                </a:ext>
              </a:extLst>
            </p:cNvPr>
            <p:cNvSpPr/>
            <p:nvPr/>
          </p:nvSpPr>
          <p:spPr>
            <a:xfrm>
              <a:off x="4496499" y="3179427"/>
              <a:ext cx="134224" cy="1342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9E8B4CA-E7A0-4EB6-93C7-27181E74C139}"/>
                </a:ext>
              </a:extLst>
            </p:cNvPr>
            <p:cNvSpPr txBox="1"/>
            <p:nvPr/>
          </p:nvSpPr>
          <p:spPr>
            <a:xfrm>
              <a:off x="4599923" y="313621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휴대폰</a:t>
              </a:r>
            </a:p>
          </p:txBody>
        </p:sp>
      </p:grpSp>
      <p:sp>
        <p:nvSpPr>
          <p:cNvPr id="79" name="AutoShape 256">
            <a:extLst>
              <a:ext uri="{FF2B5EF4-FFF2-40B4-BE49-F238E27FC236}">
                <a16:creationId xmlns:a16="http://schemas.microsoft.com/office/drawing/2014/main" id="{F802E575-D537-410A-906A-9383EDE45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497" y="31665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80" name="AutoShape 256">
            <a:extLst>
              <a:ext uri="{FF2B5EF4-FFF2-40B4-BE49-F238E27FC236}">
                <a16:creationId xmlns:a16="http://schemas.microsoft.com/office/drawing/2014/main" id="{8ADDCB8C-97B5-45B4-AE00-B1C16202E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042" y="434103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81" name="AutoShape 256">
            <a:extLst>
              <a:ext uri="{FF2B5EF4-FFF2-40B4-BE49-F238E27FC236}">
                <a16:creationId xmlns:a16="http://schemas.microsoft.com/office/drawing/2014/main" id="{45F63801-198E-4E4C-B38B-29EFDD252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609" y="49618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8842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DE291341-8DE1-0585-F238-6AEF884DF5D1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6855BED-BBA9-8478-346F-4A68BCE92C46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626AA73-90A3-8362-C932-ACF2D88C3FB2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24BAF1-AC3B-370F-66C2-409DD24037C6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3D5361-F764-DC4B-3F72-A10BB3E9DE4B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8C1C7E-4FC2-428C-6EB5-515C32D3E3B4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36AAB0CC-C8F5-39AA-4036-A821A7AA0044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51" name="Picture 2" descr="로그인 - 무료 사람들개 아이콘">
              <a:extLst>
                <a:ext uri="{FF2B5EF4-FFF2-40B4-BE49-F238E27FC236}">
                  <a16:creationId xmlns:a16="http://schemas.microsoft.com/office/drawing/2014/main" id="{A9BC1A0B-F8B9-D113-E04A-D92C6C38B0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DBF773C9-1835-A37F-7458-84CA513532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4F419980-B91C-8C93-1FA7-6AB01C77C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380FDF0D-9312-8100-5560-E7548E854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B0FFBADC-E3BB-0D7C-E9DA-C49AA37256D5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5A6B3FA2-6455-3684-5923-4FC80769D498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39FD5889-4F43-B51B-D5F9-6F72A0D2BB3E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D23FC29-82F6-81DE-EFCE-57FD55F63214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80B7E40-F550-BB66-095B-F04C37A1A188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A932F54-40AF-0029-D2CB-1DFEF6D03028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A460B1D-FEC1-EFBA-B5BD-C4C39FE23AC0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41210C7-AB2E-34B1-4894-747C0898D707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081D8D0-A1EE-007F-1E74-B9AFFB73B5FE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648767B-277A-B6B0-8849-CAE224FE2EA9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9BBBB13-AB9E-F93F-68C7-5579DF0E8C4A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AC06740-3FB8-6217-462A-19FBBD6D8DD2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35B621D-131A-2CF8-4DAD-E1DD8B889F5F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1-1-4. </a:t>
            </a:r>
            <a:r>
              <a:rPr lang="ko-KR" altLang="en-US" dirty="0"/>
              <a:t>비밀번호 찾기 팝업 </a:t>
            </a:r>
            <a:r>
              <a:rPr lang="en-US" altLang="ko-KR" dirty="0"/>
              <a:t>– </a:t>
            </a:r>
            <a:r>
              <a:rPr lang="ko-KR" altLang="en-US" dirty="0" err="1"/>
              <a:t>상황별</a:t>
            </a:r>
            <a:r>
              <a:rPr lang="ko-KR" altLang="en-US" dirty="0"/>
              <a:t> </a:t>
            </a:r>
            <a:r>
              <a:rPr lang="ko-KR" altLang="en-US" dirty="0" err="1"/>
              <a:t>알럿창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76112"/>
              </p:ext>
            </p:extLst>
          </p:nvPr>
        </p:nvGraphicFramePr>
        <p:xfrm>
          <a:off x="8829675" y="752260"/>
          <a:ext cx="3095625" cy="337391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발송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이름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입력값이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일치하는 경우 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임시 비밀번호 발송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아이디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이름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휴대폰번호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가 일치하는 경우 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정보 불일치 안내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공통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정보가 불일치할 경우 해당 내용의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F3FF98-0BFB-4D15-8E1F-662B36365B25}"/>
              </a:ext>
            </a:extLst>
          </p:cNvPr>
          <p:cNvSpPr/>
          <p:nvPr/>
        </p:nvSpPr>
        <p:spPr>
          <a:xfrm>
            <a:off x="3752999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5A3618-661D-43AF-B62B-3080964960FE}"/>
              </a:ext>
            </a:extLst>
          </p:cNvPr>
          <p:cNvSpPr/>
          <p:nvPr/>
        </p:nvSpPr>
        <p:spPr>
          <a:xfrm>
            <a:off x="3752999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BE9A1AE-A88E-4C9D-BCF7-7BA82EF04B4B}"/>
              </a:ext>
            </a:extLst>
          </p:cNvPr>
          <p:cNvSpPr/>
          <p:nvPr/>
        </p:nvSpPr>
        <p:spPr>
          <a:xfrm>
            <a:off x="6542033" y="3028809"/>
            <a:ext cx="1352939" cy="6754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Enter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C76D2B-3A87-4FE2-BB1E-6209DE94CA9E}"/>
              </a:ext>
            </a:extLst>
          </p:cNvPr>
          <p:cNvSpPr txBox="1"/>
          <p:nvPr/>
        </p:nvSpPr>
        <p:spPr>
          <a:xfrm>
            <a:off x="3297853" y="3027208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5C26DE-9111-4B23-A234-8F0E3FBF1163}"/>
              </a:ext>
            </a:extLst>
          </p:cNvPr>
          <p:cNvSpPr txBox="1"/>
          <p:nvPr/>
        </p:nvSpPr>
        <p:spPr>
          <a:xfrm>
            <a:off x="4961513" y="1967182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Login</a:t>
            </a:r>
            <a:endParaRPr lang="ko-KR" altLang="en-US" sz="2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928F99-50E9-4BE6-B4B8-4ADD78F8AD9B}"/>
              </a:ext>
            </a:extLst>
          </p:cNvPr>
          <p:cNvSpPr txBox="1"/>
          <p:nvPr/>
        </p:nvSpPr>
        <p:spPr>
          <a:xfrm>
            <a:off x="4573402" y="3953578"/>
            <a:ext cx="1484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아이디 찾기 </a:t>
            </a:r>
            <a:r>
              <a:rPr lang="en-US" altLang="ko-KR" sz="800" dirty="0"/>
              <a:t>| </a:t>
            </a:r>
            <a:r>
              <a:rPr lang="ko-KR" altLang="en-US" sz="800" dirty="0"/>
              <a:t>비밀번호 찾기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7BCBEC-76EC-4F08-92F4-42B91DFE875E}"/>
              </a:ext>
            </a:extLst>
          </p:cNvPr>
          <p:cNvSpPr txBox="1"/>
          <p:nvPr/>
        </p:nvSpPr>
        <p:spPr>
          <a:xfrm>
            <a:off x="3260183" y="341909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</a:t>
            </a:r>
            <a:endParaRPr lang="ko-KR" altLang="en-US" sz="11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59A45F7-2E52-442B-94D0-7DECE35CC6D8}"/>
              </a:ext>
            </a:extLst>
          </p:cNvPr>
          <p:cNvSpPr/>
          <p:nvPr/>
        </p:nvSpPr>
        <p:spPr>
          <a:xfrm>
            <a:off x="5664581" y="4973216"/>
            <a:ext cx="1352939" cy="442352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Join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154289-D4B8-4B33-90D4-175DD6E35FF0}"/>
              </a:ext>
            </a:extLst>
          </p:cNvPr>
          <p:cNvSpPr txBox="1"/>
          <p:nvPr/>
        </p:nvSpPr>
        <p:spPr>
          <a:xfrm>
            <a:off x="3888142" y="5084373"/>
            <a:ext cx="16161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아직 회원이 </a:t>
            </a:r>
            <a:r>
              <a:rPr lang="ko-KR" altLang="en-US" sz="1000" dirty="0" err="1"/>
              <a:t>아니신가요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63" name="AutoShape 256">
            <a:extLst>
              <a:ext uri="{FF2B5EF4-FFF2-40B4-BE49-F238E27FC236}">
                <a16:creationId xmlns:a16="http://schemas.microsoft.com/office/drawing/2014/main" id="{DB25207B-DC13-47E9-9EB5-A9E91A678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8846" y="470176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0D32B41-AD68-4E46-ABC1-1EF68E028CCA}"/>
              </a:ext>
            </a:extLst>
          </p:cNvPr>
          <p:cNvSpPr/>
          <p:nvPr/>
        </p:nvSpPr>
        <p:spPr>
          <a:xfrm>
            <a:off x="3090355" y="1861005"/>
            <a:ext cx="4712714" cy="37155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2D2861-300E-4E9B-943B-DEDA562EFBA1}"/>
              </a:ext>
            </a:extLst>
          </p:cNvPr>
          <p:cNvSpPr txBox="1"/>
          <p:nvPr/>
        </p:nvSpPr>
        <p:spPr>
          <a:xfrm>
            <a:off x="7481267" y="184916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EDB173-0068-4FAD-AFAB-0A8B3A32A23D}"/>
              </a:ext>
            </a:extLst>
          </p:cNvPr>
          <p:cNvSpPr txBox="1"/>
          <p:nvPr/>
        </p:nvSpPr>
        <p:spPr>
          <a:xfrm>
            <a:off x="4727672" y="235566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 찾기</a:t>
            </a:r>
          </a:p>
        </p:txBody>
      </p:sp>
      <p:graphicFrame>
        <p:nvGraphicFramePr>
          <p:cNvPr id="67" name="표 5">
            <a:extLst>
              <a:ext uri="{FF2B5EF4-FFF2-40B4-BE49-F238E27FC236}">
                <a16:creationId xmlns:a16="http://schemas.microsoft.com/office/drawing/2014/main" id="{5B9E3332-93A4-4218-8C44-CE4BB5D6858D}"/>
              </a:ext>
            </a:extLst>
          </p:cNvPr>
          <p:cNvGraphicFramePr>
            <a:graphicFrameLocks noGrp="1"/>
          </p:cNvGraphicFramePr>
          <p:nvPr/>
        </p:nvGraphicFramePr>
        <p:xfrm>
          <a:off x="3669192" y="3527049"/>
          <a:ext cx="3462704" cy="148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38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2526323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71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회원 아이디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17221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02442"/>
                  </a:ext>
                </a:extLst>
              </a:tr>
              <a:tr h="371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96231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7875B1D8-A53F-46E1-B834-00F87592F977}"/>
              </a:ext>
            </a:extLst>
          </p:cNvPr>
          <p:cNvSpPr/>
          <p:nvPr/>
        </p:nvSpPr>
        <p:spPr>
          <a:xfrm>
            <a:off x="4453547" y="4875224"/>
            <a:ext cx="2103430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임시 비밀번호 발급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6BDB09-440F-4B27-ABF3-0FBBDA4367C5}"/>
              </a:ext>
            </a:extLst>
          </p:cNvPr>
          <p:cNvSpPr txBox="1"/>
          <p:nvPr/>
        </p:nvSpPr>
        <p:spPr>
          <a:xfrm>
            <a:off x="3299199" y="2732164"/>
            <a:ext cx="44101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 시 등록하신 이메일 또는 휴대폰</a:t>
            </a:r>
            <a:r>
              <a:rPr lang="en-US" altLang="ko-KR" sz="900" dirty="0"/>
              <a:t>(SMS)</a:t>
            </a:r>
            <a:r>
              <a:rPr lang="ko-KR" altLang="en-US" sz="900" dirty="0"/>
              <a:t>으로 임시 비밀번호가 전송됩니다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D1CCDE0-A58C-4348-AA16-A54CBEC6129D}"/>
              </a:ext>
            </a:extLst>
          </p:cNvPr>
          <p:cNvSpPr/>
          <p:nvPr/>
        </p:nvSpPr>
        <p:spPr>
          <a:xfrm>
            <a:off x="4460339" y="3582893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1D4030A-56D8-4E7E-91C8-81A60C9682B2}"/>
              </a:ext>
            </a:extLst>
          </p:cNvPr>
          <p:cNvSpPr/>
          <p:nvPr/>
        </p:nvSpPr>
        <p:spPr>
          <a:xfrm>
            <a:off x="4460339" y="3969754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479EA2E-DB38-48D0-B5E0-FC48240D61C1}"/>
              </a:ext>
            </a:extLst>
          </p:cNvPr>
          <p:cNvSpPr/>
          <p:nvPr/>
        </p:nvSpPr>
        <p:spPr>
          <a:xfrm>
            <a:off x="4460339" y="4321447"/>
            <a:ext cx="2352103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D061A7D-750F-4A96-AA07-1B2A2A4DBEFD}"/>
              </a:ext>
            </a:extLst>
          </p:cNvPr>
          <p:cNvGrpSpPr/>
          <p:nvPr/>
        </p:nvGrpSpPr>
        <p:grpSpPr>
          <a:xfrm>
            <a:off x="4698238" y="3154475"/>
            <a:ext cx="660780" cy="230832"/>
            <a:chOff x="3421435" y="3136213"/>
            <a:chExt cx="660780" cy="230832"/>
          </a:xfrm>
        </p:grpSpPr>
        <p:sp>
          <p:nvSpPr>
            <p:cNvPr id="74" name="원형: 비어 있음 73">
              <a:extLst>
                <a:ext uri="{FF2B5EF4-FFF2-40B4-BE49-F238E27FC236}">
                  <a16:creationId xmlns:a16="http://schemas.microsoft.com/office/drawing/2014/main" id="{7D3DE734-BFD4-48A6-A99C-0216CEDC9766}"/>
                </a:ext>
              </a:extLst>
            </p:cNvPr>
            <p:cNvSpPr/>
            <p:nvPr/>
          </p:nvSpPr>
          <p:spPr>
            <a:xfrm>
              <a:off x="3421435" y="3162649"/>
              <a:ext cx="151002" cy="151002"/>
            </a:xfrm>
            <a:prstGeom prst="donu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F01D0FB-B638-4705-AAB8-537DFF107574}"/>
                </a:ext>
              </a:extLst>
            </p:cNvPr>
            <p:cNvSpPr txBox="1"/>
            <p:nvPr/>
          </p:nvSpPr>
          <p:spPr>
            <a:xfrm>
              <a:off x="3551300" y="313621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이메일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DDF88F5-1613-4541-A96B-31BD9CCEA42A}"/>
              </a:ext>
            </a:extLst>
          </p:cNvPr>
          <p:cNvGrpSpPr/>
          <p:nvPr/>
        </p:nvGrpSpPr>
        <p:grpSpPr>
          <a:xfrm>
            <a:off x="5773302" y="3154475"/>
            <a:ext cx="634339" cy="230832"/>
            <a:chOff x="4496499" y="3136213"/>
            <a:chExt cx="634339" cy="230832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3E11E58D-4FD0-4544-B8E1-38D580D6FA08}"/>
                </a:ext>
              </a:extLst>
            </p:cNvPr>
            <p:cNvSpPr/>
            <p:nvPr/>
          </p:nvSpPr>
          <p:spPr>
            <a:xfrm>
              <a:off x="4496499" y="3179427"/>
              <a:ext cx="134224" cy="1342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9E8B4CA-E7A0-4EB6-93C7-27181E74C139}"/>
                </a:ext>
              </a:extLst>
            </p:cNvPr>
            <p:cNvSpPr txBox="1"/>
            <p:nvPr/>
          </p:nvSpPr>
          <p:spPr>
            <a:xfrm>
              <a:off x="4599923" y="3136213"/>
              <a:ext cx="5309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/>
                <a:t>휴대폰</a:t>
              </a: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112D787-4418-4293-AF6D-55E1039F734D}"/>
              </a:ext>
            </a:extLst>
          </p:cNvPr>
          <p:cNvSpPr/>
          <p:nvPr/>
        </p:nvSpPr>
        <p:spPr>
          <a:xfrm>
            <a:off x="243840" y="733474"/>
            <a:ext cx="8509635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E0F1F18-B1E7-13F7-A2C0-31C3158EA106}"/>
              </a:ext>
            </a:extLst>
          </p:cNvPr>
          <p:cNvGrpSpPr/>
          <p:nvPr/>
        </p:nvGrpSpPr>
        <p:grpSpPr>
          <a:xfrm>
            <a:off x="1052748" y="2790497"/>
            <a:ext cx="3349522" cy="1074834"/>
            <a:chOff x="3013351" y="1047757"/>
            <a:chExt cx="3349522" cy="107483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25A44B-3575-ADE9-C33C-A8BEC98C5EC2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858750-EF1C-F512-63E7-3D645CAEBD39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170EF45-8DD2-839F-6526-53B795632F8D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604C18-A8B3-949E-DBAB-BDD2D483D5F7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입력하신 이메일로 회원님의 </a:t>
              </a:r>
              <a:r>
                <a:rPr lang="en-US" altLang="ko-KR" sz="900" dirty="0"/>
                <a:t>ID</a:t>
              </a:r>
              <a:r>
                <a:rPr lang="ko-KR" altLang="en-US" sz="900" dirty="0"/>
                <a:t>를 발송하였습니다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65F9225-FADD-D0E2-693A-B5E02E6102EF}"/>
              </a:ext>
            </a:extLst>
          </p:cNvPr>
          <p:cNvGrpSpPr/>
          <p:nvPr/>
        </p:nvGrpSpPr>
        <p:grpSpPr>
          <a:xfrm>
            <a:off x="4707182" y="2800822"/>
            <a:ext cx="3349522" cy="1074834"/>
            <a:chOff x="3013351" y="1047757"/>
            <a:chExt cx="3349522" cy="1074834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C9CA2C5-0B81-EB0E-9A6D-4D57E7BC452C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4048DB-8691-784F-2495-CCC04175FF05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3AEE433-823F-073D-B4BE-5F85A77BEFDF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5AA40B-B1B0-CF15-DF0E-458D0D543989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회원님의 이메일</a:t>
              </a:r>
              <a:r>
                <a:rPr lang="en-US" altLang="ko-KR" sz="900" dirty="0"/>
                <a:t>(</a:t>
              </a:r>
              <a:r>
                <a:rPr lang="ko-KR" altLang="en-US" sz="900" dirty="0"/>
                <a:t>휴대폰</a:t>
              </a:r>
              <a:r>
                <a:rPr lang="en-US" altLang="ko-KR" sz="900" dirty="0"/>
                <a:t> </a:t>
              </a:r>
              <a:r>
                <a:rPr lang="ko-KR" altLang="en-US" sz="900" dirty="0"/>
                <a:t>문자</a:t>
              </a:r>
              <a:r>
                <a:rPr lang="en-US" altLang="ko-KR" sz="900" dirty="0"/>
                <a:t>)</a:t>
              </a:r>
              <a:r>
                <a:rPr lang="ko-KR" altLang="en-US" sz="900" dirty="0"/>
                <a:t>로 임시 비밀번호를 발송하였습니다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36" name="AutoShape 256">
            <a:extLst>
              <a:ext uri="{FF2B5EF4-FFF2-40B4-BE49-F238E27FC236}">
                <a16:creationId xmlns:a16="http://schemas.microsoft.com/office/drawing/2014/main" id="{A81AA009-97B3-80E9-536E-84AEF68BB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367" y="27642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7" name="AutoShape 256">
            <a:extLst>
              <a:ext uri="{FF2B5EF4-FFF2-40B4-BE49-F238E27FC236}">
                <a16:creationId xmlns:a16="http://schemas.microsoft.com/office/drawing/2014/main" id="{278D373E-F520-01E9-8292-16EFC887B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317" y="27642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0F5B30F-03C2-D546-5544-5C8282132186}"/>
              </a:ext>
            </a:extLst>
          </p:cNvPr>
          <p:cNvGrpSpPr/>
          <p:nvPr/>
        </p:nvGrpSpPr>
        <p:grpSpPr>
          <a:xfrm>
            <a:off x="2994088" y="4237068"/>
            <a:ext cx="3349522" cy="1074834"/>
            <a:chOff x="3013351" y="1047757"/>
            <a:chExt cx="3349522" cy="1074834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55C2961-EE96-487B-A8F2-E7C5D2203509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0B24F15-F49C-470A-E451-9E7B2C6B5B80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88AB5D0-1B94-F602-07F1-095153748419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9A2ACE-EA3B-E503-4B31-613DC9317F09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입력하신 정보가 일치하지 않습니다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43960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1-2.1. </a:t>
            </a:r>
            <a:r>
              <a:rPr lang="ko-KR" altLang="en-US" dirty="0"/>
              <a:t>회원가입</a:t>
            </a:r>
            <a:r>
              <a:rPr lang="en-US" altLang="ko-KR" dirty="0"/>
              <a:t>(</a:t>
            </a:r>
            <a:r>
              <a:rPr lang="ko-KR" altLang="en-US" dirty="0"/>
              <a:t>개인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391537"/>
              </p:ext>
            </p:extLst>
          </p:nvPr>
        </p:nvGraphicFramePr>
        <p:xfrm>
          <a:off x="8829675" y="752260"/>
          <a:ext cx="3095625" cy="508079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회원가입 기본정보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ID: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영문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소문자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)+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숫자 조합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유효성 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중복검사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pw: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영문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소문자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)+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숫자 조합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8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자 이상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이름 텍스트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11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자리 숫자 입력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중복불가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유효성 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유효성검사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중복불가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), ID/PW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찾기 수단으로 사용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배송주소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주소검색 클릭 시 주소 찾기에 입력된 주소 자동 등록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상세 주소 직접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는 중복검사 필수 진행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가입이 가능한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accent5"/>
                          </a:solidFill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accent5"/>
                          </a:solidFill>
                        </a:rPr>
                        <a:t>회원가입이 가능한 </a:t>
                      </a:r>
                      <a:r>
                        <a:rPr lang="en-US" altLang="ko-KR" sz="800" b="0" dirty="0">
                          <a:solidFill>
                            <a:schemeClr val="accent5"/>
                          </a:solidFill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accent5"/>
                          </a:solidFill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accent5"/>
                          </a:solidFill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가입이 불가능한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이미 사용중인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.”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휴대폰과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이메일은 중복가입이 불가능하며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모두 입력 후 회원가입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유효성 검사를 진행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중복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</a:rPr>
                        <a:t>얼럿창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으로 이미 사용중인 정보를 안내함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 사용중인 휴대폰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또는 이메일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.”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369034-53CD-4224-B39D-A8B9F39E5935}"/>
              </a:ext>
            </a:extLst>
          </p:cNvPr>
          <p:cNvSpPr/>
          <p:nvPr/>
        </p:nvSpPr>
        <p:spPr>
          <a:xfrm>
            <a:off x="4368272" y="267966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B87EF1-1A16-4A44-BC9E-9E3F67D89F67}"/>
              </a:ext>
            </a:extLst>
          </p:cNvPr>
          <p:cNvSpPr/>
          <p:nvPr/>
        </p:nvSpPr>
        <p:spPr>
          <a:xfrm>
            <a:off x="4368272" y="3199062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22D485-CB6F-4EBE-A4B2-CD98D30D3178}"/>
              </a:ext>
            </a:extLst>
          </p:cNvPr>
          <p:cNvSpPr txBox="1"/>
          <p:nvPr/>
        </p:nvSpPr>
        <p:spPr>
          <a:xfrm>
            <a:off x="3385780" y="2678066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ID*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B0A31E-778F-4D76-9CA1-FCCAF10C4C87}"/>
              </a:ext>
            </a:extLst>
          </p:cNvPr>
          <p:cNvSpPr txBox="1"/>
          <p:nvPr/>
        </p:nvSpPr>
        <p:spPr>
          <a:xfrm>
            <a:off x="5289809" y="1198809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Join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87FB80-B904-4DC7-A7EE-F8F1A252057B}"/>
              </a:ext>
            </a:extLst>
          </p:cNvPr>
          <p:cNvSpPr txBox="1"/>
          <p:nvPr/>
        </p:nvSpPr>
        <p:spPr>
          <a:xfrm>
            <a:off x="3348110" y="3176109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PW*</a:t>
            </a:r>
            <a:endParaRPr lang="ko-KR" altLang="en-US" sz="11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906107F-E6D9-4C5A-B486-99A1495C3BDE}"/>
              </a:ext>
            </a:extLst>
          </p:cNvPr>
          <p:cNvSpPr/>
          <p:nvPr/>
        </p:nvSpPr>
        <p:spPr>
          <a:xfrm>
            <a:off x="5095255" y="5866953"/>
            <a:ext cx="1352939" cy="44235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4AABB80-750A-44ED-B1D7-8B70B4F2F8A1}"/>
              </a:ext>
            </a:extLst>
          </p:cNvPr>
          <p:cNvSpPr/>
          <p:nvPr/>
        </p:nvSpPr>
        <p:spPr>
          <a:xfrm>
            <a:off x="7098068" y="2674779"/>
            <a:ext cx="1050555" cy="26161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중복확인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D3A6444-B49D-4BB0-8C5C-12A466A1E812}"/>
              </a:ext>
            </a:extLst>
          </p:cNvPr>
          <p:cNvSpPr/>
          <p:nvPr/>
        </p:nvSpPr>
        <p:spPr>
          <a:xfrm>
            <a:off x="4368272" y="3534962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0C2A2E-CD18-47F7-8516-F643E8D565DC}"/>
              </a:ext>
            </a:extLst>
          </p:cNvPr>
          <p:cNvSpPr txBox="1"/>
          <p:nvPr/>
        </p:nvSpPr>
        <p:spPr>
          <a:xfrm>
            <a:off x="3348110" y="3512009"/>
            <a:ext cx="790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 </a:t>
            </a:r>
            <a:r>
              <a:rPr lang="ko-KR" altLang="en-US" sz="1100" dirty="0"/>
              <a:t>확인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56" name="AutoShape 256">
            <a:extLst>
              <a:ext uri="{FF2B5EF4-FFF2-40B4-BE49-F238E27FC236}">
                <a16:creationId xmlns:a16="http://schemas.microsoft.com/office/drawing/2014/main" id="{FD31C718-9D99-42F8-BC65-3ED0625C0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217" y="264988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142FB94-C02F-48FB-A5CD-59BB8C483C95}"/>
              </a:ext>
            </a:extLst>
          </p:cNvPr>
          <p:cNvSpPr/>
          <p:nvPr/>
        </p:nvSpPr>
        <p:spPr>
          <a:xfrm>
            <a:off x="4368272" y="391246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9EE076-F0CD-40D0-9C31-ADC9207C0F70}"/>
              </a:ext>
            </a:extLst>
          </p:cNvPr>
          <p:cNvSpPr txBox="1"/>
          <p:nvPr/>
        </p:nvSpPr>
        <p:spPr>
          <a:xfrm>
            <a:off x="3348110" y="3889514"/>
            <a:ext cx="526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이름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E2D774D-6DC1-4C00-9D26-9930E73677CF}"/>
              </a:ext>
            </a:extLst>
          </p:cNvPr>
          <p:cNvSpPr/>
          <p:nvPr/>
        </p:nvSpPr>
        <p:spPr>
          <a:xfrm>
            <a:off x="4368272" y="424802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0C3BAE-F73C-4503-BBDF-0F2AB26F58D5}"/>
              </a:ext>
            </a:extLst>
          </p:cNvPr>
          <p:cNvSpPr txBox="1"/>
          <p:nvPr/>
        </p:nvSpPr>
        <p:spPr>
          <a:xfrm>
            <a:off x="3348110" y="4225074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휴대폰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EB387F4-EF51-40E3-B668-1DEDD1657FFC}"/>
              </a:ext>
            </a:extLst>
          </p:cNvPr>
          <p:cNvSpPr/>
          <p:nvPr/>
        </p:nvSpPr>
        <p:spPr>
          <a:xfrm>
            <a:off x="4368272" y="4591975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D254B9-E074-4791-82A4-29E2EF0007AE}"/>
              </a:ext>
            </a:extLst>
          </p:cNvPr>
          <p:cNvSpPr txBox="1"/>
          <p:nvPr/>
        </p:nvSpPr>
        <p:spPr>
          <a:xfrm>
            <a:off x="3348110" y="4569022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이메일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5528CD-17D1-40C9-B6D8-A5F90F7C30EC}"/>
              </a:ext>
            </a:extLst>
          </p:cNvPr>
          <p:cNvSpPr txBox="1"/>
          <p:nvPr/>
        </p:nvSpPr>
        <p:spPr>
          <a:xfrm>
            <a:off x="4299531" y="2956122"/>
            <a:ext cx="24881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accent5"/>
                </a:solidFill>
              </a:rPr>
              <a:t>회원가입이 가능한 </a:t>
            </a:r>
            <a:r>
              <a:rPr lang="en-US" altLang="ko-KR" sz="700" dirty="0">
                <a:solidFill>
                  <a:schemeClr val="accent5"/>
                </a:solidFill>
              </a:rPr>
              <a:t>ID</a:t>
            </a:r>
            <a:r>
              <a:rPr lang="ko-KR" altLang="en-US" sz="700" dirty="0">
                <a:solidFill>
                  <a:schemeClr val="accent5"/>
                </a:solidFill>
              </a:rPr>
              <a:t>입니다</a:t>
            </a:r>
            <a:r>
              <a:rPr lang="en-US" altLang="ko-KR" sz="700" dirty="0">
                <a:solidFill>
                  <a:schemeClr val="accent5"/>
                </a:solidFill>
              </a:rPr>
              <a:t>. </a:t>
            </a:r>
            <a:r>
              <a:rPr lang="en-US" altLang="ko-KR" sz="700" dirty="0"/>
              <a:t>or</a:t>
            </a:r>
            <a:r>
              <a:rPr lang="en-US" altLang="ko-KR" sz="700" dirty="0">
                <a:solidFill>
                  <a:schemeClr val="accent5"/>
                </a:solidFill>
              </a:rPr>
              <a:t> </a:t>
            </a:r>
            <a:r>
              <a:rPr lang="ko-KR" altLang="en-US" sz="700" b="0" dirty="0">
                <a:solidFill>
                  <a:srgbClr val="FF0000"/>
                </a:solidFill>
              </a:rPr>
              <a:t>이미 사용중인 </a:t>
            </a:r>
            <a:r>
              <a:rPr lang="en-US" altLang="ko-KR" sz="700" b="0" dirty="0">
                <a:solidFill>
                  <a:srgbClr val="FF0000"/>
                </a:solidFill>
              </a:rPr>
              <a:t>ID</a:t>
            </a:r>
            <a:r>
              <a:rPr lang="ko-KR" altLang="en-US" sz="700" b="0" dirty="0">
                <a:solidFill>
                  <a:srgbClr val="FF0000"/>
                </a:solidFill>
              </a:rPr>
              <a:t>입니다</a:t>
            </a:r>
            <a:r>
              <a:rPr lang="en-US" altLang="ko-KR" sz="700" b="0" dirty="0">
                <a:solidFill>
                  <a:srgbClr val="FF0000"/>
                </a:solidFill>
              </a:rPr>
              <a:t>.</a:t>
            </a:r>
            <a:endParaRPr lang="ko-KR" altLang="en-US" sz="700" dirty="0">
              <a:solidFill>
                <a:schemeClr val="accent5"/>
              </a:solidFill>
            </a:endParaRPr>
          </a:p>
        </p:txBody>
      </p:sp>
      <p:sp>
        <p:nvSpPr>
          <p:cNvPr id="72" name="AutoShape 256">
            <a:extLst>
              <a:ext uri="{FF2B5EF4-FFF2-40B4-BE49-F238E27FC236}">
                <a16:creationId xmlns:a16="http://schemas.microsoft.com/office/drawing/2014/main" id="{137D8C0B-7510-4A19-A946-DB839A3A0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175" y="29602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73" name="AutoShape 256">
            <a:extLst>
              <a:ext uri="{FF2B5EF4-FFF2-40B4-BE49-F238E27FC236}">
                <a16:creationId xmlns:a16="http://schemas.microsoft.com/office/drawing/2014/main" id="{6C2B4B3B-8C41-41B8-B57E-52094500D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4489" y="25408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BDDAC-C706-03F8-EF14-8D9233922E48}"/>
              </a:ext>
            </a:extLst>
          </p:cNvPr>
          <p:cNvSpPr txBox="1"/>
          <p:nvPr/>
        </p:nvSpPr>
        <p:spPr>
          <a:xfrm>
            <a:off x="3385780" y="202615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회원유형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458FEE-49EF-0908-E829-9759094007AF}"/>
              </a:ext>
            </a:extLst>
          </p:cNvPr>
          <p:cNvSpPr txBox="1"/>
          <p:nvPr/>
        </p:nvSpPr>
        <p:spPr>
          <a:xfrm>
            <a:off x="4642257" y="202615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개인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7CEC5F0-22A0-5FE3-6228-AC0AEEB9C634}"/>
              </a:ext>
            </a:extLst>
          </p:cNvPr>
          <p:cNvSpPr/>
          <p:nvPr/>
        </p:nvSpPr>
        <p:spPr>
          <a:xfrm>
            <a:off x="4449676" y="2051871"/>
            <a:ext cx="192581" cy="1925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479DF6-DBA3-A5DE-BE37-0112E3D41031}"/>
              </a:ext>
            </a:extLst>
          </p:cNvPr>
          <p:cNvSpPr txBox="1"/>
          <p:nvPr/>
        </p:nvSpPr>
        <p:spPr>
          <a:xfrm>
            <a:off x="5655924" y="202615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사업자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C04A294-630A-BB39-453A-F634134B5CE5}"/>
              </a:ext>
            </a:extLst>
          </p:cNvPr>
          <p:cNvSpPr/>
          <p:nvPr/>
        </p:nvSpPr>
        <p:spPr>
          <a:xfrm>
            <a:off x="5463343" y="2051871"/>
            <a:ext cx="192581" cy="192581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0909D53-ECFC-ED2D-93F4-6D5E739F8175}"/>
              </a:ext>
            </a:extLst>
          </p:cNvPr>
          <p:cNvSpPr/>
          <p:nvPr/>
        </p:nvSpPr>
        <p:spPr>
          <a:xfrm>
            <a:off x="4384568" y="4936785"/>
            <a:ext cx="161247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D1A5C65-C606-0E1D-AC30-B56A930B801E}"/>
              </a:ext>
            </a:extLst>
          </p:cNvPr>
          <p:cNvSpPr/>
          <p:nvPr/>
        </p:nvSpPr>
        <p:spPr>
          <a:xfrm>
            <a:off x="6071142" y="4929591"/>
            <a:ext cx="917840" cy="2394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주소검색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897D843-426A-004C-BCEA-1665E1E360A3}"/>
              </a:ext>
            </a:extLst>
          </p:cNvPr>
          <p:cNvSpPr/>
          <p:nvPr/>
        </p:nvSpPr>
        <p:spPr>
          <a:xfrm>
            <a:off x="4384569" y="5215030"/>
            <a:ext cx="2604413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7674074-26B9-7A80-9D1A-51605E6C0279}"/>
              </a:ext>
            </a:extLst>
          </p:cNvPr>
          <p:cNvSpPr/>
          <p:nvPr/>
        </p:nvSpPr>
        <p:spPr>
          <a:xfrm>
            <a:off x="4384569" y="5483971"/>
            <a:ext cx="2604413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E9D17F-1068-8512-4975-D074B8C55F87}"/>
              </a:ext>
            </a:extLst>
          </p:cNvPr>
          <p:cNvSpPr txBox="1"/>
          <p:nvPr/>
        </p:nvSpPr>
        <p:spPr>
          <a:xfrm>
            <a:off x="3348110" y="4929591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배송주소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23DF413-9D14-B4B1-3481-16B1AE09DA46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E4B561A-4EB4-AC0B-99B9-7C045DF6E232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55B7AB4-C473-F172-ACB9-0F5CAE140202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66377D-42A1-0855-2F52-CAECB6250E66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72E463-569B-7447-CDCD-9341CE0F3932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2CD4C4-9595-67AF-EFA9-E8E5F3F3F2CA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942D843-382B-7FFE-4461-6B7A42C657D1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0" name="Picture 2" descr="로그인 - 무료 사람들개 아이콘">
              <a:extLst>
                <a:ext uri="{FF2B5EF4-FFF2-40B4-BE49-F238E27FC236}">
                  <a16:creationId xmlns:a16="http://schemas.microsoft.com/office/drawing/2014/main" id="{241D5E82-EA39-1F6F-5123-B8F6CF3C2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DF59B498-1BD3-F6A6-0044-38F0C2DA9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823BF384-8F3D-9860-CFBF-C676A96D8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C642A273-1080-2320-D5D8-BF26C0F7E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724AFB91-DCF7-D1CC-529A-ECC74FC181A9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6280B83-A93C-BB38-C128-236B5DDDF28E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F61BCBE-3AA0-0D91-E7C3-5F0671B60782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5669EB9-ADBE-5AD3-6BE0-D5DAEF09FF2B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6EB1DFA-5425-EDB4-352D-2AE5B8C626B4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8B254-B93E-33E7-8F32-42CBD3ACE5F4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A16CB1B0-AD55-2973-B7FC-4B3231BFCE47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D4E7B17-5D81-E879-A75E-D80A3931EF53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B06AEA-1F09-46E2-D035-F91B77BD1379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A59EB27-1AB1-0CD6-5C0B-D5FB2E75CCF8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B0AB0D1-492A-586F-4D6F-11D2A6FC30CD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D1A261F-BA61-7E4A-FAEB-24107A79D228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C03D8D9-3DAD-6F14-B0CA-FD1EE0EF1859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760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1-2.2. </a:t>
            </a:r>
            <a:r>
              <a:rPr lang="ko-KR" altLang="en-US" dirty="0"/>
              <a:t>회원가입</a:t>
            </a:r>
            <a:r>
              <a:rPr lang="en-US" altLang="ko-KR" dirty="0"/>
              <a:t>(</a:t>
            </a:r>
            <a:r>
              <a:rPr lang="ko-KR" altLang="en-US" dirty="0"/>
              <a:t>사업자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60974"/>
              </p:ext>
            </p:extLst>
          </p:nvPr>
        </p:nvGraphicFramePr>
        <p:xfrm>
          <a:off x="8829675" y="752260"/>
          <a:ext cx="3095625" cy="508079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회원가입 기본정보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ID: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영문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소문자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)+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숫자 조합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유효성 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중복검사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pw: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영문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소문자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)+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숫자 조합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8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자 이상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사업자 정보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사업자명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사업자 등록번호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이름 텍스트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11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자리 숫자 입력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중복불가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유효성 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유효성검사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중복불가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), ID/PW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찾기 수단으로 사용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배송주소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주소검색 클릭 시 주소 찾기에 입력된 주소 자동 등록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상세 주소 직접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는 중복검사 필수 진행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가입이 가능한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accent5"/>
                          </a:solidFill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accent5"/>
                          </a:solidFill>
                        </a:rPr>
                        <a:t>회원가입이 가능한 </a:t>
                      </a:r>
                      <a:r>
                        <a:rPr lang="en-US" altLang="ko-KR" sz="800" b="0" dirty="0">
                          <a:solidFill>
                            <a:schemeClr val="accent5"/>
                          </a:solidFill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chemeClr val="accent5"/>
                          </a:solidFill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accent5"/>
                          </a:solidFill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가입이 불가능한 경우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이미 사용중인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ID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.”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휴대폰과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이메일은 중복가입이 불가능하며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모두 입력 후 회원가입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유효성 검사를 진행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중복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얼럿창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으로 이미 사용중인 정보를 안내함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 사용중인 휴대폰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또는 이메일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.”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369034-53CD-4224-B39D-A8B9F39E5935}"/>
              </a:ext>
            </a:extLst>
          </p:cNvPr>
          <p:cNvSpPr/>
          <p:nvPr/>
        </p:nvSpPr>
        <p:spPr>
          <a:xfrm>
            <a:off x="4368272" y="267966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B87EF1-1A16-4A44-BC9E-9E3F67D89F67}"/>
              </a:ext>
            </a:extLst>
          </p:cNvPr>
          <p:cNvSpPr/>
          <p:nvPr/>
        </p:nvSpPr>
        <p:spPr>
          <a:xfrm>
            <a:off x="4368272" y="3199062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22D485-CB6F-4EBE-A4B2-CD98D30D3178}"/>
              </a:ext>
            </a:extLst>
          </p:cNvPr>
          <p:cNvSpPr txBox="1"/>
          <p:nvPr/>
        </p:nvSpPr>
        <p:spPr>
          <a:xfrm>
            <a:off x="3195093" y="2678066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ID*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B0A31E-778F-4D76-9CA1-FCCAF10C4C87}"/>
              </a:ext>
            </a:extLst>
          </p:cNvPr>
          <p:cNvSpPr txBox="1"/>
          <p:nvPr/>
        </p:nvSpPr>
        <p:spPr>
          <a:xfrm>
            <a:off x="5289809" y="1198809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Join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87FB80-B904-4DC7-A7EE-F8F1A252057B}"/>
              </a:ext>
            </a:extLst>
          </p:cNvPr>
          <p:cNvSpPr txBox="1"/>
          <p:nvPr/>
        </p:nvSpPr>
        <p:spPr>
          <a:xfrm>
            <a:off x="3157423" y="3176109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PW*</a:t>
            </a:r>
            <a:endParaRPr lang="ko-KR" altLang="en-US" sz="11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906107F-E6D9-4C5A-B486-99A1495C3BDE}"/>
              </a:ext>
            </a:extLst>
          </p:cNvPr>
          <p:cNvSpPr/>
          <p:nvPr/>
        </p:nvSpPr>
        <p:spPr>
          <a:xfrm>
            <a:off x="5095255" y="6547672"/>
            <a:ext cx="1352939" cy="44235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4AABB80-750A-44ED-B1D7-8B70B4F2F8A1}"/>
              </a:ext>
            </a:extLst>
          </p:cNvPr>
          <p:cNvSpPr/>
          <p:nvPr/>
        </p:nvSpPr>
        <p:spPr>
          <a:xfrm>
            <a:off x="7098068" y="2674779"/>
            <a:ext cx="1050555" cy="26161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중복확인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D3A6444-B49D-4BB0-8C5C-12A466A1E812}"/>
              </a:ext>
            </a:extLst>
          </p:cNvPr>
          <p:cNvSpPr/>
          <p:nvPr/>
        </p:nvSpPr>
        <p:spPr>
          <a:xfrm>
            <a:off x="4368272" y="3534962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0C2A2E-CD18-47F7-8516-F643E8D565DC}"/>
              </a:ext>
            </a:extLst>
          </p:cNvPr>
          <p:cNvSpPr txBox="1"/>
          <p:nvPr/>
        </p:nvSpPr>
        <p:spPr>
          <a:xfrm>
            <a:off x="3157423" y="3512009"/>
            <a:ext cx="790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PW </a:t>
            </a:r>
            <a:r>
              <a:rPr lang="ko-KR" altLang="en-US" sz="1100" dirty="0"/>
              <a:t>확인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56" name="AutoShape 256">
            <a:extLst>
              <a:ext uri="{FF2B5EF4-FFF2-40B4-BE49-F238E27FC236}">
                <a16:creationId xmlns:a16="http://schemas.microsoft.com/office/drawing/2014/main" id="{FD31C718-9D99-42F8-BC65-3ED0625C0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3530" y="264988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142FB94-C02F-48FB-A5CD-59BB8C483C95}"/>
              </a:ext>
            </a:extLst>
          </p:cNvPr>
          <p:cNvSpPr/>
          <p:nvPr/>
        </p:nvSpPr>
        <p:spPr>
          <a:xfrm>
            <a:off x="4368272" y="4593186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9EE076-F0CD-40D0-9C31-ADC9207C0F70}"/>
              </a:ext>
            </a:extLst>
          </p:cNvPr>
          <p:cNvSpPr txBox="1"/>
          <p:nvPr/>
        </p:nvSpPr>
        <p:spPr>
          <a:xfrm>
            <a:off x="3157423" y="4570233"/>
            <a:ext cx="526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이름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E2D774D-6DC1-4C00-9D26-9930E73677CF}"/>
              </a:ext>
            </a:extLst>
          </p:cNvPr>
          <p:cNvSpPr/>
          <p:nvPr/>
        </p:nvSpPr>
        <p:spPr>
          <a:xfrm>
            <a:off x="4368272" y="4928746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0C3BAE-F73C-4503-BBDF-0F2AB26F58D5}"/>
              </a:ext>
            </a:extLst>
          </p:cNvPr>
          <p:cNvSpPr txBox="1"/>
          <p:nvPr/>
        </p:nvSpPr>
        <p:spPr>
          <a:xfrm>
            <a:off x="3157423" y="4905793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휴대폰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EB387F4-EF51-40E3-B668-1DEDD1657FFC}"/>
              </a:ext>
            </a:extLst>
          </p:cNvPr>
          <p:cNvSpPr/>
          <p:nvPr/>
        </p:nvSpPr>
        <p:spPr>
          <a:xfrm>
            <a:off x="4368272" y="5272694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D254B9-E074-4791-82A4-29E2EF0007AE}"/>
              </a:ext>
            </a:extLst>
          </p:cNvPr>
          <p:cNvSpPr txBox="1"/>
          <p:nvPr/>
        </p:nvSpPr>
        <p:spPr>
          <a:xfrm>
            <a:off x="3157423" y="5249741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이메일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5528CD-17D1-40C9-B6D8-A5F90F7C30EC}"/>
              </a:ext>
            </a:extLst>
          </p:cNvPr>
          <p:cNvSpPr txBox="1"/>
          <p:nvPr/>
        </p:nvSpPr>
        <p:spPr>
          <a:xfrm>
            <a:off x="4299531" y="2956122"/>
            <a:ext cx="24881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accent5"/>
                </a:solidFill>
              </a:rPr>
              <a:t>회원가입이 가능한 </a:t>
            </a:r>
            <a:r>
              <a:rPr lang="en-US" altLang="ko-KR" sz="700" dirty="0">
                <a:solidFill>
                  <a:schemeClr val="accent5"/>
                </a:solidFill>
              </a:rPr>
              <a:t>ID</a:t>
            </a:r>
            <a:r>
              <a:rPr lang="ko-KR" altLang="en-US" sz="700" dirty="0">
                <a:solidFill>
                  <a:schemeClr val="accent5"/>
                </a:solidFill>
              </a:rPr>
              <a:t>입니다</a:t>
            </a:r>
            <a:r>
              <a:rPr lang="en-US" altLang="ko-KR" sz="700" dirty="0">
                <a:solidFill>
                  <a:schemeClr val="accent5"/>
                </a:solidFill>
              </a:rPr>
              <a:t>. </a:t>
            </a:r>
            <a:r>
              <a:rPr lang="en-US" altLang="ko-KR" sz="700" dirty="0"/>
              <a:t>or</a:t>
            </a:r>
            <a:r>
              <a:rPr lang="en-US" altLang="ko-KR" sz="700" dirty="0">
                <a:solidFill>
                  <a:schemeClr val="accent5"/>
                </a:solidFill>
              </a:rPr>
              <a:t> </a:t>
            </a:r>
            <a:r>
              <a:rPr lang="ko-KR" altLang="en-US" sz="700" b="0" dirty="0">
                <a:solidFill>
                  <a:srgbClr val="FF0000"/>
                </a:solidFill>
              </a:rPr>
              <a:t>이미 사용중인 </a:t>
            </a:r>
            <a:r>
              <a:rPr lang="en-US" altLang="ko-KR" sz="700" b="0" dirty="0">
                <a:solidFill>
                  <a:srgbClr val="FF0000"/>
                </a:solidFill>
              </a:rPr>
              <a:t>ID</a:t>
            </a:r>
            <a:r>
              <a:rPr lang="ko-KR" altLang="en-US" sz="700" b="0" dirty="0">
                <a:solidFill>
                  <a:srgbClr val="FF0000"/>
                </a:solidFill>
              </a:rPr>
              <a:t>입니다</a:t>
            </a:r>
            <a:r>
              <a:rPr lang="en-US" altLang="ko-KR" sz="700" b="0" dirty="0">
                <a:solidFill>
                  <a:srgbClr val="FF0000"/>
                </a:solidFill>
              </a:rPr>
              <a:t>.</a:t>
            </a:r>
            <a:endParaRPr lang="ko-KR" altLang="en-US" sz="700" dirty="0">
              <a:solidFill>
                <a:schemeClr val="accent5"/>
              </a:solidFill>
            </a:endParaRPr>
          </a:p>
        </p:txBody>
      </p:sp>
      <p:sp>
        <p:nvSpPr>
          <p:cNvPr id="72" name="AutoShape 256">
            <a:extLst>
              <a:ext uri="{FF2B5EF4-FFF2-40B4-BE49-F238E27FC236}">
                <a16:creationId xmlns:a16="http://schemas.microsoft.com/office/drawing/2014/main" id="{137D8C0B-7510-4A19-A946-DB839A3A0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175" y="29602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73" name="AutoShape 256">
            <a:extLst>
              <a:ext uri="{FF2B5EF4-FFF2-40B4-BE49-F238E27FC236}">
                <a16:creationId xmlns:a16="http://schemas.microsoft.com/office/drawing/2014/main" id="{6C2B4B3B-8C41-41B8-B57E-52094500D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4489" y="25408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BDDAC-C706-03F8-EF14-8D9233922E48}"/>
              </a:ext>
            </a:extLst>
          </p:cNvPr>
          <p:cNvSpPr txBox="1"/>
          <p:nvPr/>
        </p:nvSpPr>
        <p:spPr>
          <a:xfrm>
            <a:off x="3385780" y="202615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회원유형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458FEE-49EF-0908-E829-9759094007AF}"/>
              </a:ext>
            </a:extLst>
          </p:cNvPr>
          <p:cNvSpPr txBox="1"/>
          <p:nvPr/>
        </p:nvSpPr>
        <p:spPr>
          <a:xfrm>
            <a:off x="4642257" y="202615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개인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7CEC5F0-22A0-5FE3-6228-AC0AEEB9C634}"/>
              </a:ext>
            </a:extLst>
          </p:cNvPr>
          <p:cNvSpPr/>
          <p:nvPr/>
        </p:nvSpPr>
        <p:spPr>
          <a:xfrm>
            <a:off x="4449676" y="2051871"/>
            <a:ext cx="192581" cy="1925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479DF6-DBA3-A5DE-BE37-0112E3D41031}"/>
              </a:ext>
            </a:extLst>
          </p:cNvPr>
          <p:cNvSpPr txBox="1"/>
          <p:nvPr/>
        </p:nvSpPr>
        <p:spPr>
          <a:xfrm>
            <a:off x="5655924" y="202615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사업자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C04A294-630A-BB39-453A-F634134B5CE5}"/>
              </a:ext>
            </a:extLst>
          </p:cNvPr>
          <p:cNvSpPr/>
          <p:nvPr/>
        </p:nvSpPr>
        <p:spPr>
          <a:xfrm>
            <a:off x="5463343" y="2051871"/>
            <a:ext cx="192581" cy="1925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0909D53-ECFC-ED2D-93F4-6D5E739F8175}"/>
              </a:ext>
            </a:extLst>
          </p:cNvPr>
          <p:cNvSpPr/>
          <p:nvPr/>
        </p:nvSpPr>
        <p:spPr>
          <a:xfrm>
            <a:off x="4384568" y="5617504"/>
            <a:ext cx="161247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D1A5C65-C606-0E1D-AC30-B56A930B801E}"/>
              </a:ext>
            </a:extLst>
          </p:cNvPr>
          <p:cNvSpPr/>
          <p:nvPr/>
        </p:nvSpPr>
        <p:spPr>
          <a:xfrm>
            <a:off x="6071142" y="5610310"/>
            <a:ext cx="917840" cy="2394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주소검색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897D843-426A-004C-BCEA-1665E1E360A3}"/>
              </a:ext>
            </a:extLst>
          </p:cNvPr>
          <p:cNvSpPr/>
          <p:nvPr/>
        </p:nvSpPr>
        <p:spPr>
          <a:xfrm>
            <a:off x="4384569" y="5895749"/>
            <a:ext cx="2604413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7674074-26B9-7A80-9D1A-51605E6C0279}"/>
              </a:ext>
            </a:extLst>
          </p:cNvPr>
          <p:cNvSpPr/>
          <p:nvPr/>
        </p:nvSpPr>
        <p:spPr>
          <a:xfrm>
            <a:off x="4384569" y="6164690"/>
            <a:ext cx="2604413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E9D17F-1068-8512-4975-D074B8C55F87}"/>
              </a:ext>
            </a:extLst>
          </p:cNvPr>
          <p:cNvSpPr txBox="1"/>
          <p:nvPr/>
        </p:nvSpPr>
        <p:spPr>
          <a:xfrm>
            <a:off x="3157423" y="5610310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배송주소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3E7145C-8219-5560-27CB-08DC09FF5AB4}"/>
              </a:ext>
            </a:extLst>
          </p:cNvPr>
          <p:cNvSpPr/>
          <p:nvPr/>
        </p:nvSpPr>
        <p:spPr>
          <a:xfrm>
            <a:off x="4368272" y="3867045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22FED0-2FFF-F1E6-8A60-0B1C37377384}"/>
              </a:ext>
            </a:extLst>
          </p:cNvPr>
          <p:cNvSpPr txBox="1"/>
          <p:nvPr/>
        </p:nvSpPr>
        <p:spPr>
          <a:xfrm>
            <a:off x="3157423" y="3872578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사업자명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F4481AF-0C1E-BEC3-546B-47C995DF62B6}"/>
              </a:ext>
            </a:extLst>
          </p:cNvPr>
          <p:cNvSpPr/>
          <p:nvPr/>
        </p:nvSpPr>
        <p:spPr>
          <a:xfrm>
            <a:off x="4368272" y="4218561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13CBF6-C334-E4BE-FA12-8B1429D3BAB6}"/>
              </a:ext>
            </a:extLst>
          </p:cNvPr>
          <p:cNvSpPr txBox="1"/>
          <p:nvPr/>
        </p:nvSpPr>
        <p:spPr>
          <a:xfrm>
            <a:off x="3170843" y="4233150"/>
            <a:ext cx="12314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사업자등록번호</a:t>
            </a:r>
            <a:r>
              <a:rPr lang="en-US" altLang="ko-KR" sz="1100" dirty="0"/>
              <a:t>*</a:t>
            </a:r>
            <a:endParaRPr lang="ko-KR" altLang="en-US" sz="11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8A6885E-2DE7-F728-97DF-AFA81C5EA34D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52E1C63-2769-FD48-285D-B68060646912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BA6E7D5-507C-5197-5096-02C4840289E3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44C8EC-1D10-E349-5FE6-4CDE45EA4911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7B9EF3-C0F8-A62E-8B87-BB364B50C246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27D987-33C4-B275-155A-B9178CAF1A76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F6D9053-9625-45BA-86D0-A5E5B08AA91B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0" name="Picture 2" descr="로그인 - 무료 사람들개 아이콘">
              <a:extLst>
                <a:ext uri="{FF2B5EF4-FFF2-40B4-BE49-F238E27FC236}">
                  <a16:creationId xmlns:a16="http://schemas.microsoft.com/office/drawing/2014/main" id="{D7CE94A1-73E2-56B5-022B-018D67D218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DD58BF75-1AE3-3984-846B-FCDD2D62AB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1DF4EBAB-7EE8-D8DF-E799-F6E469818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BD89674E-ED60-B0BE-AAC0-7C49CAAF9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2D99411-A48E-A458-09FF-87CBB59D0D18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262D2FB-DEEF-A42F-640F-2D73AC569640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EB0A7B6-17A7-CFE9-D87B-F68BBE2A2CBE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771F78-1904-8ED6-0213-3A7B6148917B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C0FDC9-316A-06C8-EA6D-ABA4CDB18BCE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EA79614-B75C-1C4D-96A6-534DC99D0AB8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18EF8A8-653A-5A36-36F6-37CD5EDCE502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F598352-75C4-C3BF-8804-E59559CD6DF8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FF65E67-AEE0-BE06-2901-E276C66255A0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129429-A709-B15D-116C-30545C55C963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59105FE-9FA5-8F4C-A5FD-0ED27A583971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B30C4B7-AD2A-6CA6-5D2B-232BAFB34D58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D99BA5-AC05-11E7-737F-D982D0C9783E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796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0A303C5-42A5-0453-DCCD-EFA9C97F25DB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C98FE8-BB0E-D21C-75AC-1BE04BF1F5EB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BE52E21-4187-CFCB-A0BB-DE339811114F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FA1539-F9AE-4F5B-2E8F-553C6923E8CA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3E8DBF4-1B3F-FFA4-E317-489C1CACCCC0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807D81-5E16-B972-4160-31E466CC3AAE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6281145E-3E0D-6867-1649-BA71519DD160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1" name="Picture 2" descr="로그인 - 무료 사람들개 아이콘">
              <a:extLst>
                <a:ext uri="{FF2B5EF4-FFF2-40B4-BE49-F238E27FC236}">
                  <a16:creationId xmlns:a16="http://schemas.microsoft.com/office/drawing/2014/main" id="{660F264F-2B45-1F42-7CF8-6DA64E5E1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99406BE7-3E04-7020-BCB4-36960C3A3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4FF6683C-63DE-80A1-5438-CC196E62F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6B33B890-4874-1E3E-10B0-22BA30C49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3E084C6-3060-7877-CDE1-83C9AEE3D97F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644851D-3539-0CD6-A1D6-80B2B9C1BBAC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8C197FD3-9322-CED4-7A29-1439ED424A71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BEA58FE-C4A3-7F28-8167-6AC123CD5A4C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7A5FA04-5B0B-B9A8-DBB8-0F62812EF0F3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9933A93-30F5-F669-CC1E-B4A517F28687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43EB824F-EF8F-F972-9FFF-D98CA9FCAC88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6E734A5-A0D8-DF94-17F6-CEE9E9C80194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3AAC1F7-0B46-246A-B765-D352E7A26F8E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7E260FB-15F8-CAFE-372C-E06A18429FF4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B8A9640-F7BC-998E-64A9-4C838663C032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BC18719-45FB-E8F6-E61E-8C5AA6991D76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C88359E-C5B4-72F8-83FC-987D489611E0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1-2-3. </a:t>
            </a:r>
            <a:r>
              <a:rPr lang="ko-KR" altLang="en-US" dirty="0"/>
              <a:t>회원가입</a:t>
            </a:r>
            <a:r>
              <a:rPr lang="en-US" altLang="ko-KR" dirty="0"/>
              <a:t> – </a:t>
            </a:r>
            <a:r>
              <a:rPr lang="ko-KR" altLang="en-US" dirty="0" err="1"/>
              <a:t>상황별</a:t>
            </a:r>
            <a:r>
              <a:rPr lang="ko-KR" altLang="en-US" dirty="0"/>
              <a:t> </a:t>
            </a:r>
            <a:r>
              <a:rPr lang="ko-KR" altLang="en-US" dirty="0" err="1"/>
              <a:t>알럿창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50616"/>
              </p:ext>
            </p:extLst>
          </p:nvPr>
        </p:nvGraphicFramePr>
        <p:xfrm>
          <a:off x="8829675" y="752260"/>
          <a:ext cx="3095625" cy="325884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 일치 오류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비밀번호와 비밀번호 확인이 일치하지 않는 경우 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필수입력항목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누락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*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가 붙은 필수 입력항목이 누락되었을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예시의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[ ]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에 누락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항목값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적용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67F2DFE-CD72-E3DD-4BCC-3C661F7CDC79}"/>
              </a:ext>
            </a:extLst>
          </p:cNvPr>
          <p:cNvGrpSpPr/>
          <p:nvPr/>
        </p:nvGrpSpPr>
        <p:grpSpPr>
          <a:xfrm>
            <a:off x="3157423" y="1198809"/>
            <a:ext cx="4991200" cy="5791215"/>
            <a:chOff x="3157423" y="1198809"/>
            <a:chExt cx="4991200" cy="579121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D369034-53CD-4224-B39D-A8B9F39E5935}"/>
                </a:ext>
              </a:extLst>
            </p:cNvPr>
            <p:cNvSpPr/>
            <p:nvPr/>
          </p:nvSpPr>
          <p:spPr>
            <a:xfrm>
              <a:off x="4368272" y="2679667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9B87EF1-1A16-4A44-BC9E-9E3F67D89F67}"/>
                </a:ext>
              </a:extLst>
            </p:cNvPr>
            <p:cNvSpPr/>
            <p:nvPr/>
          </p:nvSpPr>
          <p:spPr>
            <a:xfrm>
              <a:off x="4368272" y="3199062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C22D485-CB6F-4EBE-A4B2-CD98D30D3178}"/>
                </a:ext>
              </a:extLst>
            </p:cNvPr>
            <p:cNvSpPr txBox="1"/>
            <p:nvPr/>
          </p:nvSpPr>
          <p:spPr>
            <a:xfrm>
              <a:off x="3195093" y="2678066"/>
              <a:ext cx="3834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ID*</a:t>
              </a:r>
              <a:endParaRPr lang="ko-KR" altLang="en-US" sz="11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B0A31E-778F-4D76-9CA1-FCCAF10C4C87}"/>
                </a:ext>
              </a:extLst>
            </p:cNvPr>
            <p:cNvSpPr txBox="1"/>
            <p:nvPr/>
          </p:nvSpPr>
          <p:spPr>
            <a:xfrm>
              <a:off x="5289809" y="1198809"/>
              <a:ext cx="8258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rgbClr val="FF0000"/>
                  </a:solidFill>
                </a:rPr>
                <a:t>Join</a:t>
              </a:r>
              <a:endParaRPr lang="ko-KR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787FB80-B904-4DC7-A7EE-F8F1A252057B}"/>
                </a:ext>
              </a:extLst>
            </p:cNvPr>
            <p:cNvSpPr txBox="1"/>
            <p:nvPr/>
          </p:nvSpPr>
          <p:spPr>
            <a:xfrm>
              <a:off x="3157423" y="3176109"/>
              <a:ext cx="4587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PW*</a:t>
              </a:r>
              <a:endParaRPr lang="ko-KR" altLang="en-US" sz="11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906107F-E6D9-4C5A-B486-99A1495C3BDE}"/>
                </a:ext>
              </a:extLst>
            </p:cNvPr>
            <p:cNvSpPr/>
            <p:nvPr/>
          </p:nvSpPr>
          <p:spPr>
            <a:xfrm>
              <a:off x="5095255" y="6547672"/>
              <a:ext cx="1352939" cy="4423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</a:rPr>
                <a:t>회원가입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4AABB80-750A-44ED-B1D7-8B70B4F2F8A1}"/>
                </a:ext>
              </a:extLst>
            </p:cNvPr>
            <p:cNvSpPr/>
            <p:nvPr/>
          </p:nvSpPr>
          <p:spPr>
            <a:xfrm>
              <a:off x="7098068" y="2674779"/>
              <a:ext cx="1050555" cy="261610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</a:rPr>
                <a:t>중복확인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D3A6444-B49D-4BB0-8C5C-12A466A1E812}"/>
                </a:ext>
              </a:extLst>
            </p:cNvPr>
            <p:cNvSpPr/>
            <p:nvPr/>
          </p:nvSpPr>
          <p:spPr>
            <a:xfrm>
              <a:off x="4368272" y="3534962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A0C2A2E-CD18-47F7-8516-F643E8D565DC}"/>
                </a:ext>
              </a:extLst>
            </p:cNvPr>
            <p:cNvSpPr txBox="1"/>
            <p:nvPr/>
          </p:nvSpPr>
          <p:spPr>
            <a:xfrm>
              <a:off x="3157423" y="3512009"/>
              <a:ext cx="7906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PW </a:t>
              </a:r>
              <a:r>
                <a:rPr lang="ko-KR" altLang="en-US" sz="1100" dirty="0"/>
                <a:t>확인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142FB94-C02F-48FB-A5CD-59BB8C483C95}"/>
                </a:ext>
              </a:extLst>
            </p:cNvPr>
            <p:cNvSpPr/>
            <p:nvPr/>
          </p:nvSpPr>
          <p:spPr>
            <a:xfrm>
              <a:off x="4368272" y="4593186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09EE076-F0CD-40D0-9C31-ADC9207C0F70}"/>
                </a:ext>
              </a:extLst>
            </p:cNvPr>
            <p:cNvSpPr txBox="1"/>
            <p:nvPr/>
          </p:nvSpPr>
          <p:spPr>
            <a:xfrm>
              <a:off x="3157423" y="4570233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이름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AE2D774D-6DC1-4C00-9D26-9930E73677CF}"/>
                </a:ext>
              </a:extLst>
            </p:cNvPr>
            <p:cNvSpPr/>
            <p:nvPr/>
          </p:nvSpPr>
          <p:spPr>
            <a:xfrm>
              <a:off x="4368272" y="4928746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F0C3BAE-F73C-4503-BBDF-0F2AB26F58D5}"/>
                </a:ext>
              </a:extLst>
            </p:cNvPr>
            <p:cNvSpPr txBox="1"/>
            <p:nvPr/>
          </p:nvSpPr>
          <p:spPr>
            <a:xfrm>
              <a:off x="3157423" y="4905793"/>
              <a:ext cx="6671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휴대폰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7EB387F4-EF51-40E3-B668-1DEDD1657FFC}"/>
                </a:ext>
              </a:extLst>
            </p:cNvPr>
            <p:cNvSpPr/>
            <p:nvPr/>
          </p:nvSpPr>
          <p:spPr>
            <a:xfrm>
              <a:off x="4368272" y="5272694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9D254B9-E074-4791-82A4-29E2EF0007AE}"/>
                </a:ext>
              </a:extLst>
            </p:cNvPr>
            <p:cNvSpPr txBox="1"/>
            <p:nvPr/>
          </p:nvSpPr>
          <p:spPr>
            <a:xfrm>
              <a:off x="3157423" y="5249741"/>
              <a:ext cx="6671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이메일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75528CD-17D1-40C9-B6D8-A5F90F7C30EC}"/>
                </a:ext>
              </a:extLst>
            </p:cNvPr>
            <p:cNvSpPr txBox="1"/>
            <p:nvPr/>
          </p:nvSpPr>
          <p:spPr>
            <a:xfrm>
              <a:off x="4299531" y="2956122"/>
              <a:ext cx="248818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chemeClr val="accent5"/>
                  </a:solidFill>
                </a:rPr>
                <a:t>회원가입이 가능한 </a:t>
              </a:r>
              <a:r>
                <a:rPr lang="en-US" altLang="ko-KR" sz="700" dirty="0">
                  <a:solidFill>
                    <a:schemeClr val="accent5"/>
                  </a:solidFill>
                </a:rPr>
                <a:t>ID</a:t>
              </a:r>
              <a:r>
                <a:rPr lang="ko-KR" altLang="en-US" sz="700" dirty="0">
                  <a:solidFill>
                    <a:schemeClr val="accent5"/>
                  </a:solidFill>
                </a:rPr>
                <a:t>입니다</a:t>
              </a:r>
              <a:r>
                <a:rPr lang="en-US" altLang="ko-KR" sz="700" dirty="0">
                  <a:solidFill>
                    <a:schemeClr val="accent5"/>
                  </a:solidFill>
                </a:rPr>
                <a:t>. </a:t>
              </a:r>
              <a:r>
                <a:rPr lang="en-US" altLang="ko-KR" sz="700" dirty="0"/>
                <a:t>or</a:t>
              </a:r>
              <a:r>
                <a:rPr lang="en-US" altLang="ko-KR" sz="700" dirty="0">
                  <a:solidFill>
                    <a:schemeClr val="accent5"/>
                  </a:solidFill>
                </a:rPr>
                <a:t> </a:t>
              </a:r>
              <a:r>
                <a:rPr lang="ko-KR" altLang="en-US" sz="700" b="0" dirty="0">
                  <a:solidFill>
                    <a:srgbClr val="FF0000"/>
                  </a:solidFill>
                </a:rPr>
                <a:t>이미 사용중인 </a:t>
              </a:r>
              <a:r>
                <a:rPr lang="en-US" altLang="ko-KR" sz="700" b="0" dirty="0">
                  <a:solidFill>
                    <a:srgbClr val="FF0000"/>
                  </a:solidFill>
                </a:rPr>
                <a:t>ID</a:t>
              </a:r>
              <a:r>
                <a:rPr lang="ko-KR" altLang="en-US" sz="700" b="0" dirty="0">
                  <a:solidFill>
                    <a:srgbClr val="FF0000"/>
                  </a:solidFill>
                </a:rPr>
                <a:t>입니다</a:t>
              </a:r>
              <a:r>
                <a:rPr lang="en-US" altLang="ko-KR" sz="700" b="0" dirty="0">
                  <a:solidFill>
                    <a:srgbClr val="FF0000"/>
                  </a:solidFill>
                </a:rPr>
                <a:t>.</a:t>
              </a:r>
              <a:endParaRPr lang="ko-KR" altLang="en-US" sz="700" dirty="0">
                <a:solidFill>
                  <a:schemeClr val="accent5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3BDDAC-C706-03F8-EF14-8D9233922E48}"/>
                </a:ext>
              </a:extLst>
            </p:cNvPr>
            <p:cNvSpPr txBox="1"/>
            <p:nvPr/>
          </p:nvSpPr>
          <p:spPr>
            <a:xfrm>
              <a:off x="3385780" y="2026158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회원유형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458FEE-49EF-0908-E829-9759094007AF}"/>
                </a:ext>
              </a:extLst>
            </p:cNvPr>
            <p:cNvSpPr txBox="1"/>
            <p:nvPr/>
          </p:nvSpPr>
          <p:spPr>
            <a:xfrm>
              <a:off x="4642257" y="2026158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개인</a:t>
              </a: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7CEC5F0-22A0-5FE3-6228-AC0AEEB9C634}"/>
                </a:ext>
              </a:extLst>
            </p:cNvPr>
            <p:cNvSpPr/>
            <p:nvPr/>
          </p:nvSpPr>
          <p:spPr>
            <a:xfrm>
              <a:off x="4449676" y="2051871"/>
              <a:ext cx="192581" cy="19258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0479DF6-DBA3-A5DE-BE37-0112E3D41031}"/>
                </a:ext>
              </a:extLst>
            </p:cNvPr>
            <p:cNvSpPr txBox="1"/>
            <p:nvPr/>
          </p:nvSpPr>
          <p:spPr>
            <a:xfrm>
              <a:off x="5655924" y="2026158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사업자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7C04A294-630A-BB39-453A-F634134B5CE5}"/>
                </a:ext>
              </a:extLst>
            </p:cNvPr>
            <p:cNvSpPr/>
            <p:nvPr/>
          </p:nvSpPr>
          <p:spPr>
            <a:xfrm>
              <a:off x="5463343" y="2051871"/>
              <a:ext cx="192581" cy="19258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0909D53-ECFC-ED2D-93F4-6D5E739F8175}"/>
                </a:ext>
              </a:extLst>
            </p:cNvPr>
            <p:cNvSpPr/>
            <p:nvPr/>
          </p:nvSpPr>
          <p:spPr>
            <a:xfrm>
              <a:off x="4384568" y="5617504"/>
              <a:ext cx="1612470" cy="2394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D1A5C65-C606-0E1D-AC30-B56A930B801E}"/>
                </a:ext>
              </a:extLst>
            </p:cNvPr>
            <p:cNvSpPr/>
            <p:nvPr/>
          </p:nvSpPr>
          <p:spPr>
            <a:xfrm>
              <a:off x="6071142" y="5610310"/>
              <a:ext cx="917840" cy="239463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주소검색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897D843-426A-004C-BCEA-1665E1E360A3}"/>
                </a:ext>
              </a:extLst>
            </p:cNvPr>
            <p:cNvSpPr/>
            <p:nvPr/>
          </p:nvSpPr>
          <p:spPr>
            <a:xfrm>
              <a:off x="4384569" y="5895749"/>
              <a:ext cx="2604413" cy="2394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7674074-26B9-7A80-9D1A-51605E6C0279}"/>
                </a:ext>
              </a:extLst>
            </p:cNvPr>
            <p:cNvSpPr/>
            <p:nvPr/>
          </p:nvSpPr>
          <p:spPr>
            <a:xfrm>
              <a:off x="4384569" y="6164690"/>
              <a:ext cx="2604413" cy="2394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AE9D17F-1068-8512-4975-D074B8C55F87}"/>
                </a:ext>
              </a:extLst>
            </p:cNvPr>
            <p:cNvSpPr txBox="1"/>
            <p:nvPr/>
          </p:nvSpPr>
          <p:spPr>
            <a:xfrm>
              <a:off x="3157423" y="5610310"/>
              <a:ext cx="8082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배송주소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3E7145C-8219-5560-27CB-08DC09FF5AB4}"/>
                </a:ext>
              </a:extLst>
            </p:cNvPr>
            <p:cNvSpPr/>
            <p:nvPr/>
          </p:nvSpPr>
          <p:spPr>
            <a:xfrm>
              <a:off x="4368272" y="3867045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F22FED0-2FFF-F1E6-8A60-0B1C37377384}"/>
                </a:ext>
              </a:extLst>
            </p:cNvPr>
            <p:cNvSpPr txBox="1"/>
            <p:nvPr/>
          </p:nvSpPr>
          <p:spPr>
            <a:xfrm>
              <a:off x="3157423" y="3872578"/>
              <a:ext cx="8082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사업자명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F4481AF-0C1E-BEC3-546B-47C995DF62B6}"/>
                </a:ext>
              </a:extLst>
            </p:cNvPr>
            <p:cNvSpPr/>
            <p:nvPr/>
          </p:nvSpPr>
          <p:spPr>
            <a:xfrm>
              <a:off x="4368272" y="4218561"/>
              <a:ext cx="2620710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213CBF6-C334-E4BE-FA12-8B1429D3BAB6}"/>
                </a:ext>
              </a:extLst>
            </p:cNvPr>
            <p:cNvSpPr txBox="1"/>
            <p:nvPr/>
          </p:nvSpPr>
          <p:spPr>
            <a:xfrm>
              <a:off x="3170843" y="4233150"/>
              <a:ext cx="12314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사업자등록번호</a:t>
              </a:r>
              <a:r>
                <a:rPr lang="en-US" altLang="ko-KR" sz="1100" dirty="0"/>
                <a:t>*</a:t>
              </a:r>
              <a:endParaRPr lang="ko-KR" altLang="en-US" sz="1100" dirty="0"/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C66EBCB-A60C-1A41-1B48-A9C1808BD413}"/>
              </a:ext>
            </a:extLst>
          </p:cNvPr>
          <p:cNvSpPr/>
          <p:nvPr/>
        </p:nvSpPr>
        <p:spPr>
          <a:xfrm>
            <a:off x="243840" y="733474"/>
            <a:ext cx="8509635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2C9511A-C18D-785E-4BCA-05400442AC88}"/>
              </a:ext>
            </a:extLst>
          </p:cNvPr>
          <p:cNvGrpSpPr/>
          <p:nvPr/>
        </p:nvGrpSpPr>
        <p:grpSpPr>
          <a:xfrm>
            <a:off x="1052748" y="2580982"/>
            <a:ext cx="3349522" cy="1074834"/>
            <a:chOff x="3013351" y="1047757"/>
            <a:chExt cx="3349522" cy="1074834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9BBB8D5-1029-61F5-F5BA-F6D3F1933FEF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8DE4F2-2B3D-9411-7575-6D1F5FDD4C53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098A1DCD-4C9E-16A9-B826-E69050B026D8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F755772-7553-8ADF-F49B-25D0E765C877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비밀번호와 비밀번호 확인이 일치하지 않습니다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76" name="AutoShape 256">
            <a:extLst>
              <a:ext uri="{FF2B5EF4-FFF2-40B4-BE49-F238E27FC236}">
                <a16:creationId xmlns:a16="http://schemas.microsoft.com/office/drawing/2014/main" id="{EAB2BF1F-B1B0-9C6E-7104-E4BBE7889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548" y="253036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47F72E2-E9C4-C0FF-B4D6-BF9E09B94943}"/>
              </a:ext>
            </a:extLst>
          </p:cNvPr>
          <p:cNvGrpSpPr/>
          <p:nvPr/>
        </p:nvGrpSpPr>
        <p:grpSpPr>
          <a:xfrm>
            <a:off x="4707182" y="2591307"/>
            <a:ext cx="3349522" cy="1074834"/>
            <a:chOff x="3013351" y="1047757"/>
            <a:chExt cx="3349522" cy="1074834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8A9505DA-5BA0-9257-B6F5-D68447894F8F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B74359C-6F2F-EA11-CB92-7022232137AC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8041151D-608D-A6D3-A242-C1E8426847C8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FA647A6-F21C-5DA8-1249-5878A4981D81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[</a:t>
              </a:r>
              <a:r>
                <a:rPr lang="ko-KR" altLang="en-US" sz="900" dirty="0"/>
                <a:t>이름</a:t>
              </a:r>
              <a:r>
                <a:rPr lang="en-US" altLang="ko-KR" sz="900" dirty="0"/>
                <a:t>]</a:t>
              </a:r>
              <a:r>
                <a:rPr lang="ko-KR" altLang="en-US" sz="900" dirty="0"/>
                <a:t>을 입력하여 주세요</a:t>
              </a:r>
            </a:p>
          </p:txBody>
        </p:sp>
      </p:grpSp>
      <p:sp>
        <p:nvSpPr>
          <p:cNvPr id="86" name="AutoShape 256">
            <a:extLst>
              <a:ext uri="{FF2B5EF4-FFF2-40B4-BE49-F238E27FC236}">
                <a16:creationId xmlns:a16="http://schemas.microsoft.com/office/drawing/2014/main" id="{803281A9-84FD-05FE-7066-15318C07D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498" y="253036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919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1-3. </a:t>
            </a:r>
            <a:r>
              <a:rPr lang="ko-KR" altLang="en-US" dirty="0"/>
              <a:t>비회원 주문조회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691714"/>
              </p:ext>
            </p:extLst>
          </p:nvPr>
        </p:nvGraphicFramePr>
        <p:xfrm>
          <a:off x="8829675" y="752260"/>
          <a:ext cx="3095625" cy="314377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비회원 주문조회 화면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주문조회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유효성 검사 후 주문상세조회 페이지로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(6.1.1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3317EB-FBF4-4584-A99C-4C99D9025325}"/>
              </a:ext>
            </a:extLst>
          </p:cNvPr>
          <p:cNvSpPr/>
          <p:nvPr/>
        </p:nvSpPr>
        <p:spPr>
          <a:xfrm>
            <a:off x="4467015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DAC977-757D-4CA4-A337-590099ABBE36}"/>
              </a:ext>
            </a:extLst>
          </p:cNvPr>
          <p:cNvSpPr/>
          <p:nvPr/>
        </p:nvSpPr>
        <p:spPr>
          <a:xfrm>
            <a:off x="4467015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E63F620-01BE-48BD-A356-1CACBFB2C2B4}"/>
              </a:ext>
            </a:extLst>
          </p:cNvPr>
          <p:cNvSpPr/>
          <p:nvPr/>
        </p:nvSpPr>
        <p:spPr>
          <a:xfrm>
            <a:off x="3685379" y="4287469"/>
            <a:ext cx="3402346" cy="50926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주문조회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CE477E-80BB-4584-8BA9-5CC29703443B}"/>
              </a:ext>
            </a:extLst>
          </p:cNvPr>
          <p:cNvSpPr txBox="1"/>
          <p:nvPr/>
        </p:nvSpPr>
        <p:spPr>
          <a:xfrm>
            <a:off x="3669542" y="302720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주문번호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3F8A6-3A5F-457E-8E26-7343D54E23F8}"/>
              </a:ext>
            </a:extLst>
          </p:cNvPr>
          <p:cNvSpPr txBox="1"/>
          <p:nvPr/>
        </p:nvSpPr>
        <p:spPr>
          <a:xfrm>
            <a:off x="4135805" y="1967182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/>
              <a:t>비회원 주문조회</a:t>
            </a:r>
            <a:endParaRPr lang="ko-KR" alt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5C8DDC-567B-48F8-AAE8-6D2D97CD5FCA}"/>
              </a:ext>
            </a:extLst>
          </p:cNvPr>
          <p:cNvSpPr txBox="1"/>
          <p:nvPr/>
        </p:nvSpPr>
        <p:spPr>
          <a:xfrm>
            <a:off x="3669542" y="341909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/>
              <a:t>주문자명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26C6B3-6AF3-4B14-B7B9-2FE7BDDADA19}"/>
              </a:ext>
            </a:extLst>
          </p:cNvPr>
          <p:cNvSpPr txBox="1"/>
          <p:nvPr/>
        </p:nvSpPr>
        <p:spPr>
          <a:xfrm>
            <a:off x="3650153" y="4839664"/>
            <a:ext cx="3615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주문번호를 잊으셨다면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02-318-3233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로 문의하여 주십시오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AutoShape 256">
            <a:extLst>
              <a:ext uri="{FF2B5EF4-FFF2-40B4-BE49-F238E27FC236}">
                <a16:creationId xmlns:a16="http://schemas.microsoft.com/office/drawing/2014/main" id="{01C21CF3-C85B-4B83-A28F-B403DB034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019" y="4218231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A6D422-6F55-59E3-D12C-2B3201110028}"/>
              </a:ext>
            </a:extLst>
          </p:cNvPr>
          <p:cNvSpPr/>
          <p:nvPr/>
        </p:nvSpPr>
        <p:spPr>
          <a:xfrm>
            <a:off x="8951317" y="5245596"/>
            <a:ext cx="2965116" cy="10693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비회원</a:t>
            </a:r>
            <a:r>
              <a:rPr lang="en-US" altLang="ko-KR" sz="1600" dirty="0"/>
              <a:t> </a:t>
            </a:r>
            <a:r>
              <a:rPr lang="ko-KR" altLang="en-US" sz="1600" dirty="0"/>
              <a:t>구매조회 페이지 추가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9909F0B-85A3-C6F3-2D3E-DF3145B73132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6178095-D50C-70F1-CE9A-042ACE48685A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B54EA9-AF10-F99E-661C-DB3FF7D8430F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5AB874A-9B5E-8E8D-3C4B-797DD138F3FD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7FFF51-F544-5014-5E62-0C44036F7B8B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F375E98-7B7A-E9BB-E08A-A50E593F5609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5552FC1B-DA15-A85C-11F5-CB46DF05C05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4" name="Picture 2" descr="로그인 - 무료 사람들개 아이콘">
              <a:extLst>
                <a:ext uri="{FF2B5EF4-FFF2-40B4-BE49-F238E27FC236}">
                  <a16:creationId xmlns:a16="http://schemas.microsoft.com/office/drawing/2014/main" id="{0FA14EC9-79B7-5043-DD31-19ABB34E1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04149B97-8E9A-41EE-D502-013C460B0C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22CAC971-E44D-A098-CDD8-04CFF81A4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892A5962-C60A-2EEC-AC95-D56C78137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40C5414D-9B78-3948-4924-BDC1FEC3B722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7D8D465C-3379-DE9F-9933-DBC20B2922BB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702707DB-BE07-0DF3-6911-24463E2692D5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10D81F0-0D6E-BB83-B09F-61E17B72DD58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341B7E-C7A2-0426-1910-46DF8DB3D047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F3858A7-4856-D5F0-E73A-0C1A3EFA8E6E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92D7C48-8C10-F9AA-D752-6B26177A2D14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9A1CCAB-AB96-5B82-3534-D08E23A53276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0BC8BA-F17E-A327-DDA3-169E38E6E75C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F243A19-A743-AA5E-D891-778737A53565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0CDF2D7-A06E-5F88-058B-66FECE5A678A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F9DFD15-D47C-5C86-F053-3FB81D53B07D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1A5B350-FF77-3CE6-C111-9253FF23DD57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720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2208DEFA-91CD-C85E-5146-75258CFF91AD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BDF5EBE-2D5C-C9FB-EC8F-48519244F958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459C084-94A7-936F-B02A-784DE183E347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013465-1064-F817-5F07-5BB26FF44D64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D8909A-FB46-F1D8-E5CF-E345C4DA19B4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D2847DB-693C-091F-614A-5E23A70F1B58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9B1B0253-26FC-F747-544F-AA66CF47EF02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8" name="Picture 2" descr="로그인 - 무료 사람들개 아이콘">
              <a:extLst>
                <a:ext uri="{FF2B5EF4-FFF2-40B4-BE49-F238E27FC236}">
                  <a16:creationId xmlns:a16="http://schemas.microsoft.com/office/drawing/2014/main" id="{A12E3BF7-34A2-6421-6EC2-D45F80CE3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6F8FC99C-D512-615E-5E59-93FD2FD4FE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215B134-C72B-86C7-856C-0EADC1278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ACDB8133-87B1-668C-47B0-A96BDE087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41A0E526-C4BE-6474-F0CD-A2AD20DEB0B7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2FC91535-D6B5-0E95-9A01-ACE4A9D60498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1D5AEFAE-FA63-1965-9DEE-C8A191854F88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EA87B09-22A1-930C-FD7A-C0EDD2D0EC71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E3CB21-CADD-048C-8909-DAAF9B5EE209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B9587B0-65D7-CC60-4ED8-195F9AA7A4AC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73C19A6E-99BF-7C4A-D96D-8ADBA75EBD5A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13EDE0-4ACF-6964-2851-E7CC1D3CAE50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22A8EB1-645E-B755-5060-22FA80450B7A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CAA601A-1087-750A-ED2C-ED00479C9BF0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3519BB6-382A-F98D-D8D2-69C6613279AE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DC4DA33-13D7-C57D-D6D3-2B704A4FAF7B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1558A4-3A53-3EEB-C80F-E4FBBD2B54A1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1-3-1. </a:t>
            </a:r>
            <a:r>
              <a:rPr lang="ko-KR" altLang="en-US" dirty="0"/>
              <a:t>비회원 주문조회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15046"/>
              </p:ext>
            </p:extLst>
          </p:nvPr>
        </p:nvGraphicFramePr>
        <p:xfrm>
          <a:off x="8829675" y="752260"/>
          <a:ext cx="3095625" cy="314377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비회원 주문조회 화면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필수입력항목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누락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입력항목이 누락되었을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예시의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[ ]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에 누락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항목값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적용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내용의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정보 불일치 안내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정보가 불일치할 경우 해당 내용의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3317EB-FBF4-4584-A99C-4C99D9025325}"/>
              </a:ext>
            </a:extLst>
          </p:cNvPr>
          <p:cNvSpPr/>
          <p:nvPr/>
        </p:nvSpPr>
        <p:spPr>
          <a:xfrm>
            <a:off x="4467015" y="3028809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DAC977-757D-4CA4-A337-590099ABBE36}"/>
              </a:ext>
            </a:extLst>
          </p:cNvPr>
          <p:cNvSpPr/>
          <p:nvPr/>
        </p:nvSpPr>
        <p:spPr>
          <a:xfrm>
            <a:off x="4467015" y="3442047"/>
            <a:ext cx="2620710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E63F620-01BE-48BD-A356-1CACBFB2C2B4}"/>
              </a:ext>
            </a:extLst>
          </p:cNvPr>
          <p:cNvSpPr/>
          <p:nvPr/>
        </p:nvSpPr>
        <p:spPr>
          <a:xfrm>
            <a:off x="3685379" y="4287469"/>
            <a:ext cx="3402346" cy="50926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주문조회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CE477E-80BB-4584-8BA9-5CC29703443B}"/>
              </a:ext>
            </a:extLst>
          </p:cNvPr>
          <p:cNvSpPr txBox="1"/>
          <p:nvPr/>
        </p:nvSpPr>
        <p:spPr>
          <a:xfrm>
            <a:off x="3669542" y="302720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주문번호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3F8A6-3A5F-457E-8E26-7343D54E23F8}"/>
              </a:ext>
            </a:extLst>
          </p:cNvPr>
          <p:cNvSpPr txBox="1"/>
          <p:nvPr/>
        </p:nvSpPr>
        <p:spPr>
          <a:xfrm>
            <a:off x="4135805" y="1967182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/>
              <a:t>비회원 주문조회</a:t>
            </a:r>
            <a:endParaRPr lang="ko-KR" altLang="en-US" sz="28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5C8DDC-567B-48F8-AAE8-6D2D97CD5FCA}"/>
              </a:ext>
            </a:extLst>
          </p:cNvPr>
          <p:cNvSpPr txBox="1"/>
          <p:nvPr/>
        </p:nvSpPr>
        <p:spPr>
          <a:xfrm>
            <a:off x="3669542" y="341909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/>
              <a:t>주문자명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26C6B3-6AF3-4B14-B7B9-2FE7BDDADA19}"/>
              </a:ext>
            </a:extLst>
          </p:cNvPr>
          <p:cNvSpPr txBox="1"/>
          <p:nvPr/>
        </p:nvSpPr>
        <p:spPr>
          <a:xfrm>
            <a:off x="3650153" y="4839664"/>
            <a:ext cx="3615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주문번호를 잊으셨다면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02-318-3233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로 문의하여 주십시오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A6D422-6F55-59E3-D12C-2B3201110028}"/>
              </a:ext>
            </a:extLst>
          </p:cNvPr>
          <p:cNvSpPr/>
          <p:nvPr/>
        </p:nvSpPr>
        <p:spPr>
          <a:xfrm>
            <a:off x="8951317" y="5161563"/>
            <a:ext cx="2965116" cy="10693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비회원</a:t>
            </a:r>
            <a:r>
              <a:rPr lang="en-US" altLang="ko-KR" sz="1600" dirty="0"/>
              <a:t> </a:t>
            </a:r>
            <a:r>
              <a:rPr lang="ko-KR" altLang="en-US" sz="1600" dirty="0"/>
              <a:t>구매조회 </a:t>
            </a:r>
            <a:r>
              <a:rPr lang="ko-KR" altLang="en-US" sz="1600" dirty="0" err="1"/>
              <a:t>알럿창</a:t>
            </a:r>
            <a:r>
              <a:rPr lang="ko-KR" altLang="en-US" sz="1600" dirty="0"/>
              <a:t> 추가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396D25E-B82A-16C9-6563-AB51CFCD78A7}"/>
              </a:ext>
            </a:extLst>
          </p:cNvPr>
          <p:cNvSpPr/>
          <p:nvPr/>
        </p:nvSpPr>
        <p:spPr>
          <a:xfrm>
            <a:off x="243840" y="733474"/>
            <a:ext cx="8509635" cy="5953075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2E3C664-6CBB-7E36-DB9F-B6E2AFDAE6C1}"/>
              </a:ext>
            </a:extLst>
          </p:cNvPr>
          <p:cNvGrpSpPr/>
          <p:nvPr/>
        </p:nvGrpSpPr>
        <p:grpSpPr>
          <a:xfrm>
            <a:off x="1052748" y="2790497"/>
            <a:ext cx="3349522" cy="1074834"/>
            <a:chOff x="3013351" y="1047757"/>
            <a:chExt cx="3349522" cy="1074834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38C1F36-9BF2-998B-B58F-08959A69DBFF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2BDCA05-4065-896B-F4DD-21E5EE8F3362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02C9207-568F-AEC3-EEA6-0C746769F1E1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31C2C3-B53D-7928-1BCE-42215F3C2781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[</a:t>
              </a:r>
              <a:r>
                <a:rPr lang="ko-KR" altLang="en-US" sz="900" dirty="0"/>
                <a:t>주문번호</a:t>
              </a:r>
              <a:r>
                <a:rPr lang="en-US" altLang="ko-KR" sz="900" dirty="0"/>
                <a:t>]</a:t>
              </a:r>
              <a:r>
                <a:rPr lang="ko-KR" altLang="en-US" sz="900" dirty="0"/>
                <a:t>를 입력하여 주세요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D0951AD-8EEA-E7C1-2904-96FFEFEB242D}"/>
              </a:ext>
            </a:extLst>
          </p:cNvPr>
          <p:cNvGrpSpPr/>
          <p:nvPr/>
        </p:nvGrpSpPr>
        <p:grpSpPr>
          <a:xfrm>
            <a:off x="4707182" y="2800822"/>
            <a:ext cx="3349522" cy="1074834"/>
            <a:chOff x="3013351" y="1047757"/>
            <a:chExt cx="3349522" cy="1074834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0BF56E0-9F11-4BF1-C5FD-FF21921E6973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1EE316-DB11-6BDB-D3FD-79A64B28A02E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FC983A4-DF02-E2ED-D2DB-3898C2A8F408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C2BCEF3-A45A-57AD-6C8B-D238714B68C0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입력하신 주문번호와 주문자명이 일치하지 않습니다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44" name="AutoShape 256">
            <a:extLst>
              <a:ext uri="{FF2B5EF4-FFF2-40B4-BE49-F238E27FC236}">
                <a16:creationId xmlns:a16="http://schemas.microsoft.com/office/drawing/2014/main" id="{BCCC6438-0E41-13F8-A004-71503EAE7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367" y="27642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5" name="AutoShape 256">
            <a:extLst>
              <a:ext uri="{FF2B5EF4-FFF2-40B4-BE49-F238E27FC236}">
                <a16:creationId xmlns:a16="http://schemas.microsoft.com/office/drawing/2014/main" id="{CE492890-CEA8-7BB3-285C-7EF54358B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317" y="27642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926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>
            <a:extLst>
              <a:ext uri="{FF2B5EF4-FFF2-40B4-BE49-F238E27FC236}">
                <a16:creationId xmlns:a16="http://schemas.microsoft.com/office/drawing/2014/main" id="{F3CAC03F-0BB6-D9F3-E15F-2A046E020417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2A6A377-0CD8-9E31-C043-A81A70E4E7A9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02A7E178-6566-0AAD-6E7A-AB1C2EC16D7B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51E6C393-7D63-59A9-E1F0-12A90A7830E4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F34B3BD-6791-B9E6-3A60-931AC90DDCBE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337336-157C-B48D-00CD-6AD6FAFFD9F1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9B65F01-82D1-B7B3-97DC-057C966CCB22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F23D4B4-5F9B-33B8-83C7-0289795675B8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4ACCE4F-7240-A362-462D-C7D0DC48279F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60" name="Picture 2" descr="로그인 - 무료 사람들개 아이콘">
              <a:extLst>
                <a:ext uri="{FF2B5EF4-FFF2-40B4-BE49-F238E27FC236}">
                  <a16:creationId xmlns:a16="http://schemas.microsoft.com/office/drawing/2014/main" id="{748BB098-37F7-E35C-939F-74B1A5216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9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F4B0EF7B-618C-53BC-A569-7E2EC9B37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그림 2059">
              <a:extLst>
                <a:ext uri="{FF2B5EF4-FFF2-40B4-BE49-F238E27FC236}">
                  <a16:creationId xmlns:a16="http://schemas.microsoft.com/office/drawing/2014/main" id="{3B6D9FE7-5BF2-4693-AF6E-C2491BEC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061" name="그림 2060">
              <a:extLst>
                <a:ext uri="{FF2B5EF4-FFF2-40B4-BE49-F238E27FC236}">
                  <a16:creationId xmlns:a16="http://schemas.microsoft.com/office/drawing/2014/main" id="{3CA7DC37-E4A7-4050-2080-0D93B29D6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062" name="직선 연결선 2061">
              <a:extLst>
                <a:ext uri="{FF2B5EF4-FFF2-40B4-BE49-F238E27FC236}">
                  <a16:creationId xmlns:a16="http://schemas.microsoft.com/office/drawing/2014/main" id="{EB2D5E73-A437-84A5-A0C6-02992627CDDB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63" name="직선 연결선 2062">
              <a:extLst>
                <a:ext uri="{FF2B5EF4-FFF2-40B4-BE49-F238E27FC236}">
                  <a16:creationId xmlns:a16="http://schemas.microsoft.com/office/drawing/2014/main" id="{04D6867D-5D92-FD97-FA01-7FB9715CC65B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064" name="TextBox 2063">
              <a:extLst>
                <a:ext uri="{FF2B5EF4-FFF2-40B4-BE49-F238E27FC236}">
                  <a16:creationId xmlns:a16="http://schemas.microsoft.com/office/drawing/2014/main" id="{00C33087-4853-85D5-FD0D-EF7E4B2746FA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2065" name="TextBox 2064">
              <a:extLst>
                <a:ext uri="{FF2B5EF4-FFF2-40B4-BE49-F238E27FC236}">
                  <a16:creationId xmlns:a16="http://schemas.microsoft.com/office/drawing/2014/main" id="{86A6B620-0361-FD9D-CE3B-E29C692BEAE0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2066" name="TextBox 2065">
              <a:extLst>
                <a:ext uri="{FF2B5EF4-FFF2-40B4-BE49-F238E27FC236}">
                  <a16:creationId xmlns:a16="http://schemas.microsoft.com/office/drawing/2014/main" id="{739B0752-ED4A-FCCB-4F8E-ACE12823BA67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2067" name="TextBox 2066">
              <a:extLst>
                <a:ext uri="{FF2B5EF4-FFF2-40B4-BE49-F238E27FC236}">
                  <a16:creationId xmlns:a16="http://schemas.microsoft.com/office/drawing/2014/main" id="{550782A5-8B98-AD04-F791-C2D1627B220C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2068" name="TextBox 2067">
              <a:extLst>
                <a:ext uri="{FF2B5EF4-FFF2-40B4-BE49-F238E27FC236}">
                  <a16:creationId xmlns:a16="http://schemas.microsoft.com/office/drawing/2014/main" id="{731AD730-9A71-6E36-412C-2E06471B13BB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2069" name="TextBox 2068">
              <a:extLst>
                <a:ext uri="{FF2B5EF4-FFF2-40B4-BE49-F238E27FC236}">
                  <a16:creationId xmlns:a16="http://schemas.microsoft.com/office/drawing/2014/main" id="{52F8C2C0-41D6-F7C9-2259-4E6EF89CF241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2070" name="TextBox 2069">
              <a:extLst>
                <a:ext uri="{FF2B5EF4-FFF2-40B4-BE49-F238E27FC236}">
                  <a16:creationId xmlns:a16="http://schemas.microsoft.com/office/drawing/2014/main" id="{227CB41A-226C-8B3C-75D5-CB5B1DCCBC3B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2071" name="TextBox 2070">
              <a:extLst>
                <a:ext uri="{FF2B5EF4-FFF2-40B4-BE49-F238E27FC236}">
                  <a16:creationId xmlns:a16="http://schemas.microsoft.com/office/drawing/2014/main" id="{A55269FA-1F52-AFF6-B5CE-5FE66BD1F798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2072" name="TextBox 2071">
              <a:extLst>
                <a:ext uri="{FF2B5EF4-FFF2-40B4-BE49-F238E27FC236}">
                  <a16:creationId xmlns:a16="http://schemas.microsoft.com/office/drawing/2014/main" id="{3EB6E7DE-ABB5-CD11-1458-D51E52A39C8A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2073" name="그룹 2072">
              <a:extLst>
                <a:ext uri="{FF2B5EF4-FFF2-40B4-BE49-F238E27FC236}">
                  <a16:creationId xmlns:a16="http://schemas.microsoft.com/office/drawing/2014/main" id="{6FB49668-22DA-613A-B455-2414111AE44A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2075" name="TextBox 2074">
                <a:extLst>
                  <a:ext uri="{FF2B5EF4-FFF2-40B4-BE49-F238E27FC236}">
                    <a16:creationId xmlns:a16="http://schemas.microsoft.com/office/drawing/2014/main" id="{C727A7D7-4FF4-6D80-E4E6-D59BDE9FEA83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2076" name="TextBox 2075">
                <a:extLst>
                  <a:ext uri="{FF2B5EF4-FFF2-40B4-BE49-F238E27FC236}">
                    <a16:creationId xmlns:a16="http://schemas.microsoft.com/office/drawing/2014/main" id="{24C9CBB9-4CD0-0EA1-1203-BCAD8D75DB6C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2077" name="TextBox 2076">
                <a:extLst>
                  <a:ext uri="{FF2B5EF4-FFF2-40B4-BE49-F238E27FC236}">
                    <a16:creationId xmlns:a16="http://schemas.microsoft.com/office/drawing/2014/main" id="{E904BF6E-A608-32CB-B4D1-B448E34235D8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2078" name="TextBox 2077">
                <a:extLst>
                  <a:ext uri="{FF2B5EF4-FFF2-40B4-BE49-F238E27FC236}">
                    <a16:creationId xmlns:a16="http://schemas.microsoft.com/office/drawing/2014/main" id="{715F42AA-6F74-4DDD-75DD-BD81B099F058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2074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B0020FBE-E601-B9B0-DE93-AD82A79E8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리스트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369083"/>
              </p:ext>
            </p:extLst>
          </p:nvPr>
        </p:nvGraphicFramePr>
        <p:xfrm>
          <a:off x="8829675" y="752260"/>
          <a:ext cx="3095625" cy="321100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리스트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 err="1"/>
                        <a:t>메뉴별</a:t>
                      </a:r>
                      <a:r>
                        <a:rPr lang="en-US" altLang="ko-KR" sz="8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- 2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뎁스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클릭 시 해당메뉴 상품리스트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최상단에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뎁스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뎁스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r>
                        <a:rPr lang="en-US" altLang="ko-KR" sz="800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텍스트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리스트 상단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열 베스트 상품 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하단 스크롤 시 등록 상품이 계속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리스팅되며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2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메뉴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호버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시 텍스트 강조 효과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2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메뉴 등록 상품 리스트 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Best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관리자에서 노출 설정 가능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좌우 슬라이드 버튼을 통해 이동 가능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모바일의 경우 드래그로 슬라이드 가능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E4F00C-9C33-560F-FA9F-735BE8473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924" y="2022051"/>
            <a:ext cx="1728651" cy="17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86B002-1ED8-EC44-F415-29315FB5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924" y="2022051"/>
            <a:ext cx="1728651" cy="17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534D1D3-2B29-4995-A6E4-104C54521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962" y="2022051"/>
            <a:ext cx="1728651" cy="17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208230-FCBB-49C4-F395-E08D3AE07CF0}"/>
              </a:ext>
            </a:extLst>
          </p:cNvPr>
          <p:cNvSpPr txBox="1"/>
          <p:nvPr/>
        </p:nvSpPr>
        <p:spPr>
          <a:xfrm>
            <a:off x="2671010" y="3807911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r>
              <a:rPr lang="en-US" altLang="ko-KR" sz="1000" dirty="0" err="1"/>
              <a:t>piknic</a:t>
            </a:r>
            <a:r>
              <a:rPr lang="en-US" altLang="ko-KR" sz="1000" dirty="0"/>
              <a:t> T-shirts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86713-1587-80F4-2B6E-72A3C565705A}"/>
              </a:ext>
            </a:extLst>
          </p:cNvPr>
          <p:cNvSpPr txBox="1"/>
          <p:nvPr/>
        </p:nvSpPr>
        <p:spPr>
          <a:xfrm>
            <a:off x="2671010" y="407688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r>
              <a:rPr lang="en-US" altLang="ko-KR" sz="1000" b="1" dirty="0"/>
              <a:t>43,000</a:t>
            </a:r>
            <a:r>
              <a:rPr lang="ko-KR" altLang="en-US" sz="1000" b="1" dirty="0"/>
              <a:t>원</a:t>
            </a:r>
            <a:endParaRPr lang="en-US" altLang="ko-KR" sz="1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ABF48B-B786-4342-4B30-3FF59B7BF25C}"/>
              </a:ext>
            </a:extLst>
          </p:cNvPr>
          <p:cNvSpPr txBox="1"/>
          <p:nvPr/>
        </p:nvSpPr>
        <p:spPr>
          <a:xfrm>
            <a:off x="4556575" y="3807911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r>
              <a:rPr lang="en-US" altLang="ko-KR" sz="1000" dirty="0" err="1"/>
              <a:t>piknic</a:t>
            </a:r>
            <a:r>
              <a:rPr lang="en-US" altLang="ko-KR" sz="1000" dirty="0"/>
              <a:t> latte tumbler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2CEC39-8FA7-3362-5584-FBEE098D7A60}"/>
              </a:ext>
            </a:extLst>
          </p:cNvPr>
          <p:cNvSpPr txBox="1"/>
          <p:nvPr/>
        </p:nvSpPr>
        <p:spPr>
          <a:xfrm>
            <a:off x="4556575" y="407688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r>
              <a:rPr lang="en-US" altLang="ko-KR" sz="1000" b="1" dirty="0"/>
              <a:t>41,400</a:t>
            </a:r>
            <a:r>
              <a:rPr lang="ko-KR" altLang="en-US" sz="1000" b="1" dirty="0"/>
              <a:t>원</a:t>
            </a:r>
            <a:endParaRPr lang="en-US" altLang="ko-KR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B3EF4-1418-20A8-C17C-895463986A97}"/>
              </a:ext>
            </a:extLst>
          </p:cNvPr>
          <p:cNvSpPr txBox="1"/>
          <p:nvPr/>
        </p:nvSpPr>
        <p:spPr>
          <a:xfrm>
            <a:off x="6399094" y="3807911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r>
              <a:rPr lang="nb-NO" altLang="ko-KR" sz="1000" dirty="0"/>
              <a:t>piknic × mmmg Planner ver.2</a:t>
            </a:r>
            <a:endParaRPr lang="en-US" altLang="ko-KR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DD7AC-F1A3-ADCD-B750-2385518F1053}"/>
              </a:ext>
            </a:extLst>
          </p:cNvPr>
          <p:cNvSpPr txBox="1"/>
          <p:nvPr/>
        </p:nvSpPr>
        <p:spPr>
          <a:xfrm>
            <a:off x="6399094" y="407688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r>
              <a:rPr lang="en-US" altLang="ko-KR" sz="1000" b="1" dirty="0"/>
              <a:t>16,000</a:t>
            </a:r>
            <a:r>
              <a:rPr lang="ko-KR" altLang="en-US" sz="1000" b="1" dirty="0"/>
              <a:t>원</a:t>
            </a:r>
            <a:endParaRPr lang="en-US" altLang="ko-KR" sz="1000" b="1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01E61A1-83C4-61C8-3D8E-F5BCEB14291F}"/>
              </a:ext>
            </a:extLst>
          </p:cNvPr>
          <p:cNvCxnSpPr>
            <a:cxnSpLocks/>
          </p:cNvCxnSpPr>
          <p:nvPr/>
        </p:nvCxnSpPr>
        <p:spPr>
          <a:xfrm>
            <a:off x="2753901" y="4698713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0AC3F85-785E-5CBE-59FA-4B731677E88E}"/>
              </a:ext>
            </a:extLst>
          </p:cNvPr>
          <p:cNvCxnSpPr>
            <a:cxnSpLocks/>
          </p:cNvCxnSpPr>
          <p:nvPr/>
        </p:nvCxnSpPr>
        <p:spPr>
          <a:xfrm>
            <a:off x="2753901" y="1865860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0719647-F9DF-F5F5-19B8-0B235F59BABA}"/>
              </a:ext>
            </a:extLst>
          </p:cNvPr>
          <p:cNvSpPr txBox="1"/>
          <p:nvPr/>
        </p:nvSpPr>
        <p:spPr>
          <a:xfrm>
            <a:off x="2753901" y="1510534"/>
            <a:ext cx="1373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best</a:t>
            </a:r>
          </a:p>
        </p:txBody>
      </p:sp>
      <p:sp>
        <p:nvSpPr>
          <p:cNvPr id="47" name="AutoShape 256">
            <a:extLst>
              <a:ext uri="{FF2B5EF4-FFF2-40B4-BE49-F238E27FC236}">
                <a16:creationId xmlns:a16="http://schemas.microsoft.com/office/drawing/2014/main" id="{CCCA1CC4-B6EA-8E8E-B7ED-8638D71E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918" y="141006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C895A0-47C3-D530-16EC-FA6166DEC03E}"/>
              </a:ext>
            </a:extLst>
          </p:cNvPr>
          <p:cNvSpPr txBox="1"/>
          <p:nvPr/>
        </p:nvSpPr>
        <p:spPr>
          <a:xfrm>
            <a:off x="2753901" y="4407113"/>
            <a:ext cx="1373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products</a:t>
            </a:r>
          </a:p>
        </p:txBody>
      </p:sp>
      <p:sp>
        <p:nvSpPr>
          <p:cNvPr id="49" name="화살표: 갈매기형 수장 48">
            <a:extLst>
              <a:ext uri="{FF2B5EF4-FFF2-40B4-BE49-F238E27FC236}">
                <a16:creationId xmlns:a16="http://schemas.microsoft.com/office/drawing/2014/main" id="{6BFF4263-826B-37B5-D931-9214FA3A5744}"/>
              </a:ext>
            </a:extLst>
          </p:cNvPr>
          <p:cNvSpPr/>
          <p:nvPr/>
        </p:nvSpPr>
        <p:spPr>
          <a:xfrm>
            <a:off x="8352909" y="2748070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화살표: 갈매기형 수장 49">
            <a:extLst>
              <a:ext uri="{FF2B5EF4-FFF2-40B4-BE49-F238E27FC236}">
                <a16:creationId xmlns:a16="http://schemas.microsoft.com/office/drawing/2014/main" id="{6F7E4D6F-455B-B1D6-8FB9-E4DFE34F3E68}"/>
              </a:ext>
            </a:extLst>
          </p:cNvPr>
          <p:cNvSpPr/>
          <p:nvPr/>
        </p:nvSpPr>
        <p:spPr>
          <a:xfrm flipH="1">
            <a:off x="2558260" y="2761573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AutoShape 256">
            <a:extLst>
              <a:ext uri="{FF2B5EF4-FFF2-40B4-BE49-F238E27FC236}">
                <a16:creationId xmlns:a16="http://schemas.microsoft.com/office/drawing/2014/main" id="{48902A74-DFBF-3E75-2C65-43E392AED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38" y="236152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933296-7BAF-4493-04BE-36A7A9C04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443" y="2022051"/>
            <a:ext cx="1728651" cy="17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4F17F06-93E1-1EDA-6DD9-6F7F3C0BB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962" y="2022051"/>
            <a:ext cx="1728650" cy="17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8" name="그룹 2057">
            <a:extLst>
              <a:ext uri="{FF2B5EF4-FFF2-40B4-BE49-F238E27FC236}">
                <a16:creationId xmlns:a16="http://schemas.microsoft.com/office/drawing/2014/main" id="{15B0CF58-A581-22FF-773F-4D9C9A7CE379}"/>
              </a:ext>
            </a:extLst>
          </p:cNvPr>
          <p:cNvGrpSpPr/>
          <p:nvPr/>
        </p:nvGrpSpPr>
        <p:grpSpPr>
          <a:xfrm>
            <a:off x="2671010" y="4825671"/>
            <a:ext cx="5713494" cy="2301056"/>
            <a:chOff x="2671010" y="4936495"/>
            <a:chExt cx="5713494" cy="2301056"/>
          </a:xfrm>
        </p:grpSpPr>
        <p:pic>
          <p:nvPicPr>
            <p:cNvPr id="61" name="Picture 2">
              <a:extLst>
                <a:ext uri="{FF2B5EF4-FFF2-40B4-BE49-F238E27FC236}">
                  <a16:creationId xmlns:a16="http://schemas.microsoft.com/office/drawing/2014/main" id="{78FFF600-C8E2-961F-F887-2FEA48EA72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7924" y="4936495"/>
              <a:ext cx="1728651" cy="1728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4">
              <a:extLst>
                <a:ext uri="{FF2B5EF4-FFF2-40B4-BE49-F238E27FC236}">
                  <a16:creationId xmlns:a16="http://schemas.microsoft.com/office/drawing/2014/main" id="{83D7FAAB-3112-4BC2-955C-BB78812B5F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7924" y="4936495"/>
              <a:ext cx="1728651" cy="1728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>
              <a:extLst>
                <a:ext uri="{FF2B5EF4-FFF2-40B4-BE49-F238E27FC236}">
                  <a16:creationId xmlns:a16="http://schemas.microsoft.com/office/drawing/2014/main" id="{660F1FEA-9CDD-E07F-A3CF-11474BF177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2962" y="4936495"/>
              <a:ext cx="1728651" cy="1728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3BE02CF1-6490-49BC-D06C-34B2246DDF1E}"/>
                </a:ext>
              </a:extLst>
            </p:cNvPr>
            <p:cNvSpPr txBox="1"/>
            <p:nvPr/>
          </p:nvSpPr>
          <p:spPr>
            <a:xfrm>
              <a:off x="2671010" y="6722355"/>
              <a:ext cx="19854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 altLang="ko-KR" sz="1000" dirty="0" err="1"/>
                <a:t>piknic</a:t>
              </a:r>
              <a:r>
                <a:rPr lang="en-US" altLang="ko-KR" sz="1000" dirty="0"/>
                <a:t> T-shirts</a:t>
              </a:r>
            </a:p>
          </p:txBody>
        </p:sp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DF3BC37A-985C-378D-DA55-E04BF1D4150F}"/>
                </a:ext>
              </a:extLst>
            </p:cNvPr>
            <p:cNvSpPr txBox="1"/>
            <p:nvPr/>
          </p:nvSpPr>
          <p:spPr>
            <a:xfrm>
              <a:off x="2671010" y="6991330"/>
              <a:ext cx="19854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 altLang="ko-KR" sz="1000" b="1" dirty="0"/>
                <a:t>43,000</a:t>
              </a:r>
              <a:r>
                <a:rPr lang="ko-KR" altLang="en-US" sz="1000" b="1" dirty="0"/>
                <a:t>원</a:t>
              </a:r>
              <a:endParaRPr lang="en-US" altLang="ko-KR" sz="1000" b="1" dirty="0"/>
            </a:p>
          </p:txBody>
        </p:sp>
        <p:sp>
          <p:nvSpPr>
            <p:cNvPr id="2051" name="TextBox 2050">
              <a:extLst>
                <a:ext uri="{FF2B5EF4-FFF2-40B4-BE49-F238E27FC236}">
                  <a16:creationId xmlns:a16="http://schemas.microsoft.com/office/drawing/2014/main" id="{A2D1A928-0131-660E-0AE1-0CB16C576739}"/>
                </a:ext>
              </a:extLst>
            </p:cNvPr>
            <p:cNvSpPr txBox="1"/>
            <p:nvPr/>
          </p:nvSpPr>
          <p:spPr>
            <a:xfrm>
              <a:off x="4556575" y="6722355"/>
              <a:ext cx="19854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 altLang="ko-KR" sz="1000" dirty="0" err="1"/>
                <a:t>piknic</a:t>
              </a:r>
              <a:r>
                <a:rPr lang="en-US" altLang="ko-KR" sz="1000" dirty="0"/>
                <a:t> latte tumbler</a:t>
              </a:r>
            </a:p>
          </p:txBody>
        </p: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1126C821-3E8A-D1CE-4A0D-1A0081D1CF8D}"/>
                </a:ext>
              </a:extLst>
            </p:cNvPr>
            <p:cNvSpPr txBox="1"/>
            <p:nvPr/>
          </p:nvSpPr>
          <p:spPr>
            <a:xfrm>
              <a:off x="4556575" y="6991330"/>
              <a:ext cx="19854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 altLang="ko-KR" sz="1000" b="1" dirty="0"/>
                <a:t>41,400</a:t>
              </a:r>
              <a:r>
                <a:rPr lang="ko-KR" altLang="en-US" sz="1000" b="1" dirty="0"/>
                <a:t>원</a:t>
              </a:r>
              <a:endParaRPr lang="en-US" altLang="ko-KR" sz="1000" b="1" dirty="0"/>
            </a:p>
          </p:txBody>
        </p:sp>
        <p:sp>
          <p:nvSpPr>
            <p:cNvPr id="2054" name="TextBox 2053">
              <a:extLst>
                <a:ext uri="{FF2B5EF4-FFF2-40B4-BE49-F238E27FC236}">
                  <a16:creationId xmlns:a16="http://schemas.microsoft.com/office/drawing/2014/main" id="{43472A55-3E57-C292-8352-1D6C01781CAB}"/>
                </a:ext>
              </a:extLst>
            </p:cNvPr>
            <p:cNvSpPr txBox="1"/>
            <p:nvPr/>
          </p:nvSpPr>
          <p:spPr>
            <a:xfrm>
              <a:off x="6399094" y="6722355"/>
              <a:ext cx="19854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defRPr>
              </a:lvl1pPr>
            </a:lstStyle>
            <a:p>
              <a:r>
                <a:rPr lang="nb-NO" altLang="ko-KR" sz="1000" dirty="0"/>
                <a:t>piknic × mmmg Planner ver.2</a:t>
              </a:r>
              <a:endParaRPr lang="en-US" altLang="ko-KR" sz="1000" dirty="0"/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805F39D1-B3C7-8966-30F1-0550D81798E4}"/>
                </a:ext>
              </a:extLst>
            </p:cNvPr>
            <p:cNvSpPr txBox="1"/>
            <p:nvPr/>
          </p:nvSpPr>
          <p:spPr>
            <a:xfrm>
              <a:off x="6399094" y="6991330"/>
              <a:ext cx="19854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cap="none" spc="0" normalizeH="0" baseline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 altLang="ko-KR" sz="1000" b="1" dirty="0"/>
                <a:t>16,000</a:t>
              </a:r>
              <a:r>
                <a:rPr lang="ko-KR" altLang="en-US" sz="1000" b="1" dirty="0"/>
                <a:t>원</a:t>
              </a:r>
              <a:endParaRPr lang="en-US" altLang="ko-KR" sz="1000" b="1" dirty="0"/>
            </a:p>
          </p:txBody>
        </p:sp>
        <p:pic>
          <p:nvPicPr>
            <p:cNvPr id="2056" name="Picture 2">
              <a:extLst>
                <a:ext uri="{FF2B5EF4-FFF2-40B4-BE49-F238E27FC236}">
                  <a16:creationId xmlns:a16="http://schemas.microsoft.com/office/drawing/2014/main" id="{03DF353F-48FF-5921-D03B-06FC99AD28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0443" y="4936495"/>
              <a:ext cx="1728651" cy="1728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7" name="Picture 4">
              <a:extLst>
                <a:ext uri="{FF2B5EF4-FFF2-40B4-BE49-F238E27FC236}">
                  <a16:creationId xmlns:a16="http://schemas.microsoft.com/office/drawing/2014/main" id="{9EA98422-7F20-BAF7-AD30-841784CB26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2962" y="4936495"/>
              <a:ext cx="1728650" cy="1728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48074FB-585E-702F-E3AF-DCDD494FACC5}"/>
              </a:ext>
            </a:extLst>
          </p:cNvPr>
          <p:cNvSpPr txBox="1"/>
          <p:nvPr/>
        </p:nvSpPr>
        <p:spPr>
          <a:xfrm>
            <a:off x="2742057" y="1011347"/>
            <a:ext cx="13730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1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1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edition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AFD65-A55B-7427-0E43-3769FA32CB3C}"/>
              </a:ext>
            </a:extLst>
          </p:cNvPr>
          <p:cNvSpPr txBox="1"/>
          <p:nvPr/>
        </p:nvSpPr>
        <p:spPr>
          <a:xfrm>
            <a:off x="2742057" y="1208342"/>
            <a:ext cx="1961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700" dirty="0"/>
              <a:t>Home / product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edition</a:t>
            </a:r>
          </a:p>
          <a:p>
            <a:pPr latinLnBrk="1"/>
            <a:endParaRPr lang="en-US" altLang="ko-KR" sz="700" kern="12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390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2-1.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84471"/>
              </p:ext>
            </p:extLst>
          </p:nvPr>
        </p:nvGraphicFramePr>
        <p:xfrm>
          <a:off x="8829675" y="752260"/>
          <a:ext cx="3095625" cy="570932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상품 상세 페이지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상세페이지 구성 정보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1.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최상단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네비게이션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슬라이드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3.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4.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옵션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수량 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5.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바로구매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6.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관련상품 리스트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7.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상품상세정보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에디터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유튜브 영상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등록 선택사항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미등록 시 해당영역 노출 안됨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영역으로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 등록관리 항목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 옵션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 상품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최상단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메뉴 네비게이션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각 메뉴 클릭 시 해당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home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메뉴 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메인 페이지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- 2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뎁스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메뉴 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메뉴 상품 리스트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 정보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최상단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상품명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이미지 다중 등록 가능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슬라이드 기능 제공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텍스트 영역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 설명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배송정보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교환환불 정보 제공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드롭다운 박스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수량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-+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버튼으로 선택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관련상품 영역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관리자에서 노출 상품 설정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슬라이드 버튼으로 좌우 이동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모바일은 드래그로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Cart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 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 옵션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수량 상품 정보 마이페이지 전달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후 장바구니 안내 팝업 호출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(2-1-1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비로그인 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 페이지 이동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(1-1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Order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주문하기 페이지 이동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(2-2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선택 없이 클릭 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(2-1-2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자세히 보기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배송안내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교환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환불 안내 상세 내용이 하단에 펼쳐지며 노출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폃쳐진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상태에서 클릭 시 내용 닫힘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(2-1.1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9E190-E8FD-1D06-75DD-C6BC6EEF66F8}"/>
              </a:ext>
            </a:extLst>
          </p:cNvPr>
          <p:cNvSpPr txBox="1"/>
          <p:nvPr/>
        </p:nvSpPr>
        <p:spPr>
          <a:xfrm>
            <a:off x="2408658" y="1219689"/>
            <a:ext cx="271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6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470AC-4861-BFD0-7F79-B55200FCEF54}"/>
              </a:ext>
            </a:extLst>
          </p:cNvPr>
          <p:cNvSpPr txBox="1"/>
          <p:nvPr/>
        </p:nvSpPr>
        <p:spPr>
          <a:xfrm>
            <a:off x="5874726" y="1835242"/>
            <a:ext cx="2830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편리한 구성과 감각적인 디자인으로 꾸준한 사랑을 받아온 밀리미터 </a:t>
            </a:r>
            <a:r>
              <a:rPr lang="ko-KR" altLang="en-US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밀리그람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(MMMG)</a:t>
            </a:r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의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6B002-1ED8-EC44-F415-29315FB5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1" y="1861429"/>
            <a:ext cx="3427485" cy="342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F2CEC39-8FA7-3362-5584-FBEE098D7A60}"/>
              </a:ext>
            </a:extLst>
          </p:cNvPr>
          <p:cNvSpPr txBox="1"/>
          <p:nvPr/>
        </p:nvSpPr>
        <p:spPr>
          <a:xfrm>
            <a:off x="5940778" y="2236693"/>
            <a:ext cx="19854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100" b="1" dirty="0"/>
              <a:t>43,000</a:t>
            </a:r>
            <a:r>
              <a:rPr lang="ko-KR" altLang="en-US" sz="1100" b="1" dirty="0"/>
              <a:t>원</a:t>
            </a:r>
            <a:endParaRPr lang="en-US" altLang="ko-KR" sz="1100" b="1" dirty="0"/>
          </a:p>
        </p:txBody>
      </p:sp>
      <p:sp>
        <p:nvSpPr>
          <p:cNvPr id="51" name="AutoShape 256">
            <a:extLst>
              <a:ext uri="{FF2B5EF4-FFF2-40B4-BE49-F238E27FC236}">
                <a16:creationId xmlns:a16="http://schemas.microsoft.com/office/drawing/2014/main" id="{48902A74-DFBF-3E75-2C65-43E392AED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106" y="74556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8245D4-BF03-8935-91F2-3BAA4D015FF2}"/>
              </a:ext>
            </a:extLst>
          </p:cNvPr>
          <p:cNvSpPr txBox="1"/>
          <p:nvPr/>
        </p:nvSpPr>
        <p:spPr>
          <a:xfrm>
            <a:off x="5940778" y="2550479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배송 안내 </a:t>
            </a:r>
            <a:endParaRPr lang="en-US" altLang="ko-KR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CFB6-4D4F-0DED-34AE-2F580434B197}"/>
              </a:ext>
            </a:extLst>
          </p:cNvPr>
          <p:cNvSpPr txBox="1"/>
          <p:nvPr/>
        </p:nvSpPr>
        <p:spPr>
          <a:xfrm>
            <a:off x="5964326" y="3010859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교환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환불 안내</a:t>
            </a:r>
            <a:endParaRPr lang="en-US" altLang="ko-KR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13BB3A-5BB4-28C6-3A40-7A3ADFAC0A82}"/>
              </a:ext>
            </a:extLst>
          </p:cNvPr>
          <p:cNvSpPr/>
          <p:nvPr/>
        </p:nvSpPr>
        <p:spPr>
          <a:xfrm>
            <a:off x="6000128" y="4235615"/>
            <a:ext cx="1247914" cy="38696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Cart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8881DD8-8848-4F25-2939-7FDBEDD5ACC0}"/>
              </a:ext>
            </a:extLst>
          </p:cNvPr>
          <p:cNvSpPr/>
          <p:nvPr/>
        </p:nvSpPr>
        <p:spPr>
          <a:xfrm>
            <a:off x="7422539" y="4235615"/>
            <a:ext cx="1247914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Order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9D522A4E-8EFD-D034-74B6-902CCCB8279F}"/>
              </a:ext>
            </a:extLst>
          </p:cNvPr>
          <p:cNvSpPr/>
          <p:nvPr/>
        </p:nvSpPr>
        <p:spPr>
          <a:xfrm flipH="1">
            <a:off x="2520904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화살표: 갈매기형 수장 61">
            <a:extLst>
              <a:ext uri="{FF2B5EF4-FFF2-40B4-BE49-F238E27FC236}">
                <a16:creationId xmlns:a16="http://schemas.microsoft.com/office/drawing/2014/main" id="{D460FDC8-8399-973A-7AED-D239E886B327}"/>
              </a:ext>
            </a:extLst>
          </p:cNvPr>
          <p:cNvSpPr/>
          <p:nvPr/>
        </p:nvSpPr>
        <p:spPr>
          <a:xfrm>
            <a:off x="5540090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779C17D-A0BA-FDE4-55C8-D66904F82AD5}"/>
              </a:ext>
            </a:extLst>
          </p:cNvPr>
          <p:cNvGrpSpPr/>
          <p:nvPr/>
        </p:nvGrpSpPr>
        <p:grpSpPr>
          <a:xfrm rot="16200000">
            <a:off x="4119958" y="4900400"/>
            <a:ext cx="82051" cy="505113"/>
            <a:chOff x="7992208" y="3257985"/>
            <a:chExt cx="89647" cy="551882"/>
          </a:xfrm>
        </p:grpSpPr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BE9DF6B1-5370-F01D-3D25-FCE97B5C4E6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EFD1F483-89F8-A737-9632-2618C8D4B460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333C891-92EB-3B06-7BA3-947CD16756D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4E29E44F-6F49-7B09-488F-D5C7C62F74F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56" name="그룹 2055">
            <a:extLst>
              <a:ext uri="{FF2B5EF4-FFF2-40B4-BE49-F238E27FC236}">
                <a16:creationId xmlns:a16="http://schemas.microsoft.com/office/drawing/2014/main" id="{56A9707D-6073-1ECD-4BF2-1E595BDEB144}"/>
              </a:ext>
            </a:extLst>
          </p:cNvPr>
          <p:cNvGrpSpPr/>
          <p:nvPr/>
        </p:nvGrpSpPr>
        <p:grpSpPr>
          <a:xfrm>
            <a:off x="5979361" y="3577043"/>
            <a:ext cx="1936961" cy="246221"/>
            <a:chOff x="5485578" y="5950616"/>
            <a:chExt cx="1936961" cy="24622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CCBC0D-AA7E-9317-A85F-7C871C3A56D0}"/>
                </a:ext>
              </a:extLst>
            </p:cNvPr>
            <p:cNvSpPr/>
            <p:nvPr/>
          </p:nvSpPr>
          <p:spPr>
            <a:xfrm>
              <a:off x="5487381" y="5950616"/>
              <a:ext cx="1935158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4" name="화살표: 갈매기형 수장 2053">
              <a:extLst>
                <a:ext uri="{FF2B5EF4-FFF2-40B4-BE49-F238E27FC236}">
                  <a16:creationId xmlns:a16="http://schemas.microsoft.com/office/drawing/2014/main" id="{7E94DB98-2037-86F7-F95E-2F82AC4C1BA2}"/>
                </a:ext>
              </a:extLst>
            </p:cNvPr>
            <p:cNvSpPr/>
            <p:nvPr/>
          </p:nvSpPr>
          <p:spPr>
            <a:xfrm rot="5400000">
              <a:off x="7212735" y="6007449"/>
              <a:ext cx="70614" cy="132554"/>
            </a:xfrm>
            <a:prstGeom prst="chevron">
              <a:avLst>
                <a:gd name="adj" fmla="val 894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39511304-5759-D700-AC81-D40F77B397EB}"/>
                </a:ext>
              </a:extLst>
            </p:cNvPr>
            <p:cNvSpPr txBox="1"/>
            <p:nvPr/>
          </p:nvSpPr>
          <p:spPr>
            <a:xfrm>
              <a:off x="5485578" y="5958310"/>
              <a:ext cx="162312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옵션을 선택하세요</a:t>
              </a:r>
              <a:endParaRPr lang="en-US" altLang="ko-KR" sz="9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64" name="Picture 2">
            <a:extLst>
              <a:ext uri="{FF2B5EF4-FFF2-40B4-BE49-F238E27FC236}">
                <a16:creationId xmlns:a16="http://schemas.microsoft.com/office/drawing/2014/main" id="{A10FA060-CE88-3D54-6199-3553EFB75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056" y="5851954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4">
            <a:extLst>
              <a:ext uri="{FF2B5EF4-FFF2-40B4-BE49-F238E27FC236}">
                <a16:creationId xmlns:a16="http://schemas.microsoft.com/office/drawing/2014/main" id="{2E73602E-5C3B-5A2C-7ADD-068CA51B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100" y="5851954"/>
            <a:ext cx="1086205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2">
            <a:extLst>
              <a:ext uri="{FF2B5EF4-FFF2-40B4-BE49-F238E27FC236}">
                <a16:creationId xmlns:a16="http://schemas.microsoft.com/office/drawing/2014/main" id="{B7E7CF46-EB5B-2504-EC29-FC38960B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43" y="5851953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6">
            <a:extLst>
              <a:ext uri="{FF2B5EF4-FFF2-40B4-BE49-F238E27FC236}">
                <a16:creationId xmlns:a16="http://schemas.microsoft.com/office/drawing/2014/main" id="{CB6AE1EA-48A0-BCEB-D86F-7EFE9C773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86" y="5851953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화살표: 갈매기형 수장 2068">
            <a:extLst>
              <a:ext uri="{FF2B5EF4-FFF2-40B4-BE49-F238E27FC236}">
                <a16:creationId xmlns:a16="http://schemas.microsoft.com/office/drawing/2014/main" id="{1ADE6732-451D-0BDA-D0F8-309EBBA57FF7}"/>
              </a:ext>
            </a:extLst>
          </p:cNvPr>
          <p:cNvSpPr/>
          <p:nvPr/>
        </p:nvSpPr>
        <p:spPr>
          <a:xfrm>
            <a:off x="8352909" y="6241002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70" name="화살표: 갈매기형 수장 2069">
            <a:extLst>
              <a:ext uri="{FF2B5EF4-FFF2-40B4-BE49-F238E27FC236}">
                <a16:creationId xmlns:a16="http://schemas.microsoft.com/office/drawing/2014/main" id="{E7CD5AFE-169B-8C7D-D0BA-0196976B3182}"/>
              </a:ext>
            </a:extLst>
          </p:cNvPr>
          <p:cNvSpPr/>
          <p:nvPr/>
        </p:nvSpPr>
        <p:spPr>
          <a:xfrm flipH="1">
            <a:off x="2558260" y="6254505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B1B63D-2D7A-21AD-6C46-0D918AD27B3C}"/>
              </a:ext>
            </a:extLst>
          </p:cNvPr>
          <p:cNvCxnSpPr>
            <a:cxnSpLocks/>
          </p:cNvCxnSpPr>
          <p:nvPr/>
        </p:nvCxnSpPr>
        <p:spPr>
          <a:xfrm>
            <a:off x="2753901" y="5740846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EB581B28-2FD9-ED28-92C5-A616FA7685C4}"/>
              </a:ext>
            </a:extLst>
          </p:cNvPr>
          <p:cNvSpPr txBox="1"/>
          <p:nvPr/>
        </p:nvSpPr>
        <p:spPr>
          <a:xfrm>
            <a:off x="2753901" y="5449246"/>
            <a:ext cx="2365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Relation product</a:t>
            </a:r>
          </a:p>
        </p:txBody>
      </p:sp>
      <p:sp>
        <p:nvSpPr>
          <p:cNvPr id="2073" name="AutoShape 256">
            <a:extLst>
              <a:ext uri="{FF2B5EF4-FFF2-40B4-BE49-F238E27FC236}">
                <a16:creationId xmlns:a16="http://schemas.microsoft.com/office/drawing/2014/main" id="{B6ECD9B4-36AA-A3C4-CF6E-D17F58AA7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276" y="121109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2074" name="AutoShape 256">
            <a:extLst>
              <a:ext uri="{FF2B5EF4-FFF2-40B4-BE49-F238E27FC236}">
                <a16:creationId xmlns:a16="http://schemas.microsoft.com/office/drawing/2014/main" id="{9A6F2058-3FBA-C89E-BD32-E9863A472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722" y="542988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075" name="AutoShape 256">
            <a:extLst>
              <a:ext uri="{FF2B5EF4-FFF2-40B4-BE49-F238E27FC236}">
                <a16:creationId xmlns:a16="http://schemas.microsoft.com/office/drawing/2014/main" id="{199FB96B-D509-058C-791D-73BDEB80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313" y="423561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076" name="AutoShape 256">
            <a:extLst>
              <a:ext uri="{FF2B5EF4-FFF2-40B4-BE49-F238E27FC236}">
                <a16:creationId xmlns:a16="http://schemas.microsoft.com/office/drawing/2014/main" id="{206E6863-ABE9-7D7B-B794-76A257197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2528" y="422681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D299DB-766B-5334-576F-2FA18EF50AB1}"/>
              </a:ext>
            </a:extLst>
          </p:cNvPr>
          <p:cNvSpPr txBox="1"/>
          <p:nvPr/>
        </p:nvSpPr>
        <p:spPr>
          <a:xfrm>
            <a:off x="2700815" y="886537"/>
            <a:ext cx="30956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Home / product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edition  &gt;  </a:t>
            </a:r>
            <a:r>
              <a:rPr lang="en-US" altLang="ko-KR" sz="8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8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1C355-5484-6C1C-8CA9-C526C134558B}"/>
              </a:ext>
            </a:extLst>
          </p:cNvPr>
          <p:cNvSpPr txBox="1"/>
          <p:nvPr/>
        </p:nvSpPr>
        <p:spPr>
          <a:xfrm>
            <a:off x="7254894" y="2550479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dirty="0"/>
              <a:t>자세히</a:t>
            </a:r>
            <a:r>
              <a:rPr lang="en-US" altLang="ko-KR" sz="1000" dirty="0"/>
              <a:t> </a:t>
            </a:r>
            <a:r>
              <a:rPr lang="ko-KR" altLang="en-US" sz="1000" dirty="0"/>
              <a:t>보기</a:t>
            </a:r>
            <a:r>
              <a:rPr lang="en-US" altLang="ko-KR" sz="1000" b="1" dirty="0"/>
              <a:t>  V</a:t>
            </a:r>
            <a:r>
              <a:rPr lang="ko-KR" altLang="en-US" sz="1000" b="1" dirty="0"/>
              <a:t> </a:t>
            </a:r>
            <a:endParaRPr lang="en-US" altLang="ko-KR" sz="1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F0737-584C-B3B8-1DE0-C7AE5E34CC85}"/>
              </a:ext>
            </a:extLst>
          </p:cNvPr>
          <p:cNvSpPr txBox="1"/>
          <p:nvPr/>
        </p:nvSpPr>
        <p:spPr>
          <a:xfrm>
            <a:off x="7254894" y="3010859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dirty="0"/>
              <a:t>자세히</a:t>
            </a:r>
            <a:r>
              <a:rPr lang="en-US" altLang="ko-KR" sz="1000" dirty="0"/>
              <a:t> </a:t>
            </a:r>
            <a:r>
              <a:rPr lang="ko-KR" altLang="en-US" sz="1000" dirty="0"/>
              <a:t>보기</a:t>
            </a:r>
            <a:r>
              <a:rPr lang="en-US" altLang="ko-KR" sz="1000" b="1" dirty="0"/>
              <a:t>  V</a:t>
            </a:r>
            <a:r>
              <a:rPr lang="ko-KR" altLang="en-US" sz="1000" b="1" dirty="0"/>
              <a:t> </a:t>
            </a:r>
            <a:endParaRPr lang="en-US" altLang="ko-KR" sz="1000" b="1" dirty="0"/>
          </a:p>
        </p:txBody>
      </p:sp>
      <p:sp>
        <p:nvSpPr>
          <p:cNvPr id="8" name="AutoShape 256">
            <a:extLst>
              <a:ext uri="{FF2B5EF4-FFF2-40B4-BE49-F238E27FC236}">
                <a16:creationId xmlns:a16="http://schemas.microsoft.com/office/drawing/2014/main" id="{791A0458-F39B-6858-04AA-DA0662D43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505" y="244354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2" name="AutoShape 256">
            <a:extLst>
              <a:ext uri="{FF2B5EF4-FFF2-40B4-BE49-F238E27FC236}">
                <a16:creationId xmlns:a16="http://schemas.microsoft.com/office/drawing/2014/main" id="{2F3D52B7-AE17-4C98-DC4F-F2BDD6FC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505" y="290006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D89254-651B-852B-3CB9-E0A047A43EBF}"/>
              </a:ext>
            </a:extLst>
          </p:cNvPr>
          <p:cNvSpPr/>
          <p:nvPr/>
        </p:nvSpPr>
        <p:spPr>
          <a:xfrm>
            <a:off x="8989168" y="6444645"/>
            <a:ext cx="2965116" cy="4304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자세히 보기 기능</a:t>
            </a:r>
            <a:r>
              <a:rPr lang="en-US" altLang="ko-KR" sz="1600" dirty="0"/>
              <a:t> </a:t>
            </a:r>
            <a:r>
              <a:rPr lang="ko-KR" altLang="en-US" sz="1600" dirty="0"/>
              <a:t>적용 완료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BF33C82-BA42-2992-331B-4764FA656873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526DF4A-BD4F-EE2A-99A7-7ACB581E882C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E216F98-C1C1-B382-EEE2-89CA06CF6183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FD8A6AE-5D06-5BA8-B4B9-3DE6D1C0E767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1C7E6FE-65B2-2DF3-35C9-0F5D1130FD51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A47335-511A-3329-7C72-75D58B2F589B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017DEC-8AAD-5BAB-9AE2-0EE91C3EEBF7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EBCB3B-99C8-A0A5-73AC-FDFAEF332A31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ED26BA9-17FC-DE84-0976-17B10CB9556A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2" name="Picture 2" descr="로그인 - 무료 사람들개 아이콘">
              <a:extLst>
                <a:ext uri="{FF2B5EF4-FFF2-40B4-BE49-F238E27FC236}">
                  <a16:creationId xmlns:a16="http://schemas.microsoft.com/office/drawing/2014/main" id="{6DEFCF11-45B4-728D-2091-40F6E9245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F8C02A57-4570-8D7B-8C68-34C4C4A6E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9A2B876-E822-04A7-70EA-A905E00C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A599BBB-B39E-84E7-CFBA-3994055B1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9A060960-0959-7DBA-5C7B-3B798028D786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C6E328E3-16C6-242F-A7B5-C53BB8688378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C534AC-517F-F560-1D85-ECF1290867A4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D5BCF8-100A-7940-123C-77B3606C340D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E0EBB8E-F024-37E7-5396-32D8B58DD66E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7F91AD-11B7-2167-BAB3-8D866C79A4AC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FEC40FA-BE1D-92C9-3C42-55FF570DD1DC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E09EAA-94FB-F571-3845-9B5DDDB03DE9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A3FAF78-F38F-A1A3-F494-47434D4E0866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89AFB4-0871-F328-3442-50D11A7936F4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53CA36-3EC6-E9AD-FF8F-3E73F1F5F95D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666E03-D0C7-9671-9300-F2FBEA7A2950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6E2558-6591-D616-8008-66D747C2027E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E414344-E883-DEAD-3F2B-93DE4140575A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D01EFD-598B-4553-93A7-C1AF5B06E178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C3AED8-51D2-F453-B2F4-FCBED5EA1063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40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B2411865-C77C-2868-96C2-F75F79EA9F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1978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2-1.1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</a:t>
            </a:r>
            <a:r>
              <a:rPr lang="en-US" altLang="ko-KR" dirty="0"/>
              <a:t>1 – </a:t>
            </a:r>
            <a:r>
              <a:rPr lang="ko-KR" altLang="en-US" dirty="0"/>
              <a:t>자세히 보기 확장 화면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198410"/>
              </p:ext>
            </p:extLst>
          </p:nvPr>
        </p:nvGraphicFramePr>
        <p:xfrm>
          <a:off x="8829675" y="752260"/>
          <a:ext cx="3095625" cy="440930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상품 상세 페이지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상세페이지 구성 정보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1.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최상단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네비게이션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슬라이드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3.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4.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옵션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수량 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5.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바로구매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6.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관련상품 리스트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7.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상품상세정보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에디터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유튜브 영상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등록 선택사항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미등록 시 해당영역 노출 안됨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영역으로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 등록관리 항목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 옵션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 상품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9E190-E8FD-1D06-75DD-C6BC6EEF66F8}"/>
              </a:ext>
            </a:extLst>
          </p:cNvPr>
          <p:cNvSpPr txBox="1"/>
          <p:nvPr/>
        </p:nvSpPr>
        <p:spPr>
          <a:xfrm>
            <a:off x="2408658" y="1219689"/>
            <a:ext cx="271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6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470AC-4861-BFD0-7F79-B55200FCEF54}"/>
              </a:ext>
            </a:extLst>
          </p:cNvPr>
          <p:cNvSpPr txBox="1"/>
          <p:nvPr/>
        </p:nvSpPr>
        <p:spPr>
          <a:xfrm>
            <a:off x="5874726" y="1835242"/>
            <a:ext cx="2830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편리한 구성과 감각적인 디자인으로 꾸준한 사랑을 받아온 밀리미터 </a:t>
            </a:r>
            <a:r>
              <a:rPr lang="ko-KR" altLang="en-US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밀리그람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(MMMG)</a:t>
            </a:r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의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6B002-1ED8-EC44-F415-29315FB5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1" y="1861429"/>
            <a:ext cx="3427485" cy="342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E8245D4-BF03-8935-91F2-3BAA4D015FF2}"/>
              </a:ext>
            </a:extLst>
          </p:cNvPr>
          <p:cNvSpPr txBox="1"/>
          <p:nvPr/>
        </p:nvSpPr>
        <p:spPr>
          <a:xfrm>
            <a:off x="5940778" y="2376861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배송 안내 </a:t>
            </a:r>
            <a:endParaRPr lang="en-US" altLang="ko-KR" sz="1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66AF42-F113-5D95-C9CC-8AB4B5B9776A}"/>
              </a:ext>
            </a:extLst>
          </p:cNvPr>
          <p:cNvSpPr txBox="1"/>
          <p:nvPr/>
        </p:nvSpPr>
        <p:spPr>
          <a:xfrm>
            <a:off x="5940777" y="2623082"/>
            <a:ext cx="2719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로젠택배｜국내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배송비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3,000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원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해외 배송 불가</a:t>
            </a:r>
            <a:endParaRPr lang="en-US" altLang="ko-KR" sz="8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오전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11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시 이전 결제 시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당일 출고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출고 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2—3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일 이내 배송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주말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공휴일 제외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CFB6-4D4F-0DED-34AE-2F580434B197}"/>
              </a:ext>
            </a:extLst>
          </p:cNvPr>
          <p:cNvSpPr txBox="1"/>
          <p:nvPr/>
        </p:nvSpPr>
        <p:spPr>
          <a:xfrm>
            <a:off x="5964326" y="3294227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교환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환불 안내</a:t>
            </a:r>
            <a:endParaRPr lang="en-US" altLang="ko-KR" sz="10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5F6996-D482-0A4C-409C-60535295DE39}"/>
              </a:ext>
            </a:extLst>
          </p:cNvPr>
          <p:cNvSpPr txBox="1"/>
          <p:nvPr/>
        </p:nvSpPr>
        <p:spPr>
          <a:xfrm>
            <a:off x="5940777" y="3561963"/>
            <a:ext cx="2719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상품 수령일로부터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7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일이 지난 경우 교환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·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환불 불가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오배송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상품 불량인 경우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주문 상품 교환 혹은 전액 환불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단순 변심으로 교환할 경우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왕복 배송비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6,000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원</a:t>
            </a:r>
            <a:endParaRPr lang="en-US" altLang="ko-KR" sz="8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13BB3A-5BB4-28C6-3A40-7A3ADFAC0A82}"/>
              </a:ext>
            </a:extLst>
          </p:cNvPr>
          <p:cNvSpPr/>
          <p:nvPr/>
        </p:nvSpPr>
        <p:spPr>
          <a:xfrm>
            <a:off x="6000128" y="4867438"/>
            <a:ext cx="1247914" cy="38696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Cart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8881DD8-8848-4F25-2939-7FDBEDD5ACC0}"/>
              </a:ext>
            </a:extLst>
          </p:cNvPr>
          <p:cNvSpPr/>
          <p:nvPr/>
        </p:nvSpPr>
        <p:spPr>
          <a:xfrm>
            <a:off x="7422539" y="4867438"/>
            <a:ext cx="1247914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Order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9D522A4E-8EFD-D034-74B6-902CCCB8279F}"/>
              </a:ext>
            </a:extLst>
          </p:cNvPr>
          <p:cNvSpPr/>
          <p:nvPr/>
        </p:nvSpPr>
        <p:spPr>
          <a:xfrm flipH="1">
            <a:off x="2520904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화살표: 갈매기형 수장 61">
            <a:extLst>
              <a:ext uri="{FF2B5EF4-FFF2-40B4-BE49-F238E27FC236}">
                <a16:creationId xmlns:a16="http://schemas.microsoft.com/office/drawing/2014/main" id="{D460FDC8-8399-973A-7AED-D239E886B327}"/>
              </a:ext>
            </a:extLst>
          </p:cNvPr>
          <p:cNvSpPr/>
          <p:nvPr/>
        </p:nvSpPr>
        <p:spPr>
          <a:xfrm>
            <a:off x="5540090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779C17D-A0BA-FDE4-55C8-D66904F82AD5}"/>
              </a:ext>
            </a:extLst>
          </p:cNvPr>
          <p:cNvGrpSpPr/>
          <p:nvPr/>
        </p:nvGrpSpPr>
        <p:grpSpPr>
          <a:xfrm rot="16200000">
            <a:off x="4119958" y="4900400"/>
            <a:ext cx="82051" cy="505113"/>
            <a:chOff x="7992208" y="3257985"/>
            <a:chExt cx="89647" cy="551882"/>
          </a:xfrm>
        </p:grpSpPr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BE9DF6B1-5370-F01D-3D25-FCE97B5C4E6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EFD1F483-89F8-A737-9632-2618C8D4B460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333C891-92EB-3B06-7BA3-947CD16756D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4E29E44F-6F49-7B09-488F-D5C7C62F74F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56" name="그룹 2055">
            <a:extLst>
              <a:ext uri="{FF2B5EF4-FFF2-40B4-BE49-F238E27FC236}">
                <a16:creationId xmlns:a16="http://schemas.microsoft.com/office/drawing/2014/main" id="{56A9707D-6073-1ECD-4BF2-1E595BDEB144}"/>
              </a:ext>
            </a:extLst>
          </p:cNvPr>
          <p:cNvGrpSpPr/>
          <p:nvPr/>
        </p:nvGrpSpPr>
        <p:grpSpPr>
          <a:xfrm>
            <a:off x="5979361" y="4387825"/>
            <a:ext cx="1936961" cy="246221"/>
            <a:chOff x="5485578" y="5950616"/>
            <a:chExt cx="1936961" cy="24622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CCBC0D-AA7E-9317-A85F-7C871C3A56D0}"/>
                </a:ext>
              </a:extLst>
            </p:cNvPr>
            <p:cNvSpPr/>
            <p:nvPr/>
          </p:nvSpPr>
          <p:spPr>
            <a:xfrm>
              <a:off x="5487381" y="5950616"/>
              <a:ext cx="1935158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4" name="화살표: 갈매기형 수장 2053">
              <a:extLst>
                <a:ext uri="{FF2B5EF4-FFF2-40B4-BE49-F238E27FC236}">
                  <a16:creationId xmlns:a16="http://schemas.microsoft.com/office/drawing/2014/main" id="{7E94DB98-2037-86F7-F95E-2F82AC4C1BA2}"/>
                </a:ext>
              </a:extLst>
            </p:cNvPr>
            <p:cNvSpPr/>
            <p:nvPr/>
          </p:nvSpPr>
          <p:spPr>
            <a:xfrm rot="5400000">
              <a:off x="7212735" y="6007449"/>
              <a:ext cx="70614" cy="132554"/>
            </a:xfrm>
            <a:prstGeom prst="chevron">
              <a:avLst>
                <a:gd name="adj" fmla="val 894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39511304-5759-D700-AC81-D40F77B397EB}"/>
                </a:ext>
              </a:extLst>
            </p:cNvPr>
            <p:cNvSpPr txBox="1"/>
            <p:nvPr/>
          </p:nvSpPr>
          <p:spPr>
            <a:xfrm>
              <a:off x="5485578" y="5958310"/>
              <a:ext cx="162312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옵션을 선택하세요</a:t>
              </a:r>
              <a:endParaRPr lang="en-US" altLang="ko-KR" sz="9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64" name="Picture 2">
            <a:extLst>
              <a:ext uri="{FF2B5EF4-FFF2-40B4-BE49-F238E27FC236}">
                <a16:creationId xmlns:a16="http://schemas.microsoft.com/office/drawing/2014/main" id="{A10FA060-CE88-3D54-6199-3553EFB75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056" y="5851954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4">
            <a:extLst>
              <a:ext uri="{FF2B5EF4-FFF2-40B4-BE49-F238E27FC236}">
                <a16:creationId xmlns:a16="http://schemas.microsoft.com/office/drawing/2014/main" id="{2E73602E-5C3B-5A2C-7ADD-068CA51B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100" y="5851954"/>
            <a:ext cx="1086205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2">
            <a:extLst>
              <a:ext uri="{FF2B5EF4-FFF2-40B4-BE49-F238E27FC236}">
                <a16:creationId xmlns:a16="http://schemas.microsoft.com/office/drawing/2014/main" id="{B7E7CF46-EB5B-2504-EC29-FC38960B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43" y="5851953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6">
            <a:extLst>
              <a:ext uri="{FF2B5EF4-FFF2-40B4-BE49-F238E27FC236}">
                <a16:creationId xmlns:a16="http://schemas.microsoft.com/office/drawing/2014/main" id="{CB6AE1EA-48A0-BCEB-D86F-7EFE9C773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86" y="5851953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화살표: 갈매기형 수장 2068">
            <a:extLst>
              <a:ext uri="{FF2B5EF4-FFF2-40B4-BE49-F238E27FC236}">
                <a16:creationId xmlns:a16="http://schemas.microsoft.com/office/drawing/2014/main" id="{1ADE6732-451D-0BDA-D0F8-309EBBA57FF7}"/>
              </a:ext>
            </a:extLst>
          </p:cNvPr>
          <p:cNvSpPr/>
          <p:nvPr/>
        </p:nvSpPr>
        <p:spPr>
          <a:xfrm>
            <a:off x="8352909" y="6241002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70" name="화살표: 갈매기형 수장 2069">
            <a:extLst>
              <a:ext uri="{FF2B5EF4-FFF2-40B4-BE49-F238E27FC236}">
                <a16:creationId xmlns:a16="http://schemas.microsoft.com/office/drawing/2014/main" id="{E7CD5AFE-169B-8C7D-D0BA-0196976B3182}"/>
              </a:ext>
            </a:extLst>
          </p:cNvPr>
          <p:cNvSpPr/>
          <p:nvPr/>
        </p:nvSpPr>
        <p:spPr>
          <a:xfrm flipH="1">
            <a:off x="2558260" y="6254505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B1B63D-2D7A-21AD-6C46-0D918AD27B3C}"/>
              </a:ext>
            </a:extLst>
          </p:cNvPr>
          <p:cNvCxnSpPr>
            <a:cxnSpLocks/>
          </p:cNvCxnSpPr>
          <p:nvPr/>
        </p:nvCxnSpPr>
        <p:spPr>
          <a:xfrm>
            <a:off x="2753901" y="5740846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EB581B28-2FD9-ED28-92C5-A616FA7685C4}"/>
              </a:ext>
            </a:extLst>
          </p:cNvPr>
          <p:cNvSpPr txBox="1"/>
          <p:nvPr/>
        </p:nvSpPr>
        <p:spPr>
          <a:xfrm>
            <a:off x="2753901" y="5449246"/>
            <a:ext cx="2365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Relation product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D299DB-766B-5334-576F-2FA18EF50AB1}"/>
              </a:ext>
            </a:extLst>
          </p:cNvPr>
          <p:cNvSpPr txBox="1"/>
          <p:nvPr/>
        </p:nvSpPr>
        <p:spPr>
          <a:xfrm>
            <a:off x="2700815" y="886537"/>
            <a:ext cx="30956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Home / product</a:t>
            </a:r>
            <a:r>
              <a:rPr lang="ko-KR" altLang="en-US" sz="700" dirty="0"/>
              <a:t>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edition  &gt;  </a:t>
            </a:r>
            <a:r>
              <a:rPr lang="en-US" altLang="ko-KR" sz="8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8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2DFD8-801C-82E7-2FB9-8F262F5A0011}"/>
              </a:ext>
            </a:extLst>
          </p:cNvPr>
          <p:cNvSpPr txBox="1"/>
          <p:nvPr/>
        </p:nvSpPr>
        <p:spPr>
          <a:xfrm>
            <a:off x="7254894" y="2376861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b="1" u="sng" dirty="0">
                <a:solidFill>
                  <a:schemeClr val="tx1"/>
                </a:solidFill>
              </a:rPr>
              <a:t>자세히</a:t>
            </a:r>
            <a:r>
              <a:rPr lang="en-US" altLang="ko-KR" sz="1000" b="1" u="sng" dirty="0">
                <a:solidFill>
                  <a:schemeClr val="tx1"/>
                </a:solidFill>
              </a:rPr>
              <a:t> </a:t>
            </a:r>
            <a:r>
              <a:rPr lang="ko-KR" altLang="en-US" sz="1000" b="1" u="sng" dirty="0">
                <a:solidFill>
                  <a:schemeClr val="tx1"/>
                </a:solidFill>
              </a:rPr>
              <a:t>보기</a:t>
            </a:r>
            <a:r>
              <a:rPr lang="en-US" altLang="ko-KR" sz="1000" b="1" u="sng" dirty="0">
                <a:solidFill>
                  <a:schemeClr val="tx1"/>
                </a:solidFill>
              </a:rPr>
              <a:t>  V</a:t>
            </a:r>
            <a:r>
              <a:rPr lang="ko-KR" altLang="en-US" sz="1000" b="1" u="sng" dirty="0">
                <a:solidFill>
                  <a:schemeClr val="tx1"/>
                </a:solidFill>
              </a:rPr>
              <a:t> </a:t>
            </a:r>
            <a:endParaRPr lang="en-US" altLang="ko-KR" sz="1000" b="1" u="sng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BAA41-8189-82B7-AA00-89CB80AAE462}"/>
              </a:ext>
            </a:extLst>
          </p:cNvPr>
          <p:cNvSpPr txBox="1"/>
          <p:nvPr/>
        </p:nvSpPr>
        <p:spPr>
          <a:xfrm>
            <a:off x="7254894" y="3279636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b="1" u="sng" dirty="0">
                <a:solidFill>
                  <a:schemeClr val="tx1"/>
                </a:solidFill>
              </a:rPr>
              <a:t>자세히</a:t>
            </a:r>
            <a:r>
              <a:rPr lang="en-US" altLang="ko-KR" sz="1000" b="1" u="sng" dirty="0">
                <a:solidFill>
                  <a:schemeClr val="tx1"/>
                </a:solidFill>
              </a:rPr>
              <a:t> </a:t>
            </a:r>
            <a:r>
              <a:rPr lang="ko-KR" altLang="en-US" sz="1000" b="1" u="sng" dirty="0">
                <a:solidFill>
                  <a:schemeClr val="tx1"/>
                </a:solidFill>
              </a:rPr>
              <a:t>보기</a:t>
            </a:r>
            <a:r>
              <a:rPr lang="en-US" altLang="ko-KR" sz="1000" b="1" u="sng" dirty="0">
                <a:solidFill>
                  <a:schemeClr val="tx1"/>
                </a:solidFill>
              </a:rPr>
              <a:t>  V</a:t>
            </a:r>
            <a:r>
              <a:rPr lang="ko-KR" altLang="en-US" sz="1000" b="1" u="sng" dirty="0">
                <a:solidFill>
                  <a:schemeClr val="tx1"/>
                </a:solidFill>
              </a:rPr>
              <a:t> </a:t>
            </a:r>
            <a:endParaRPr lang="en-US" altLang="ko-KR" sz="1000" b="1" u="sng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ADDF5D-C013-183C-6D41-BF1039285DEA}"/>
              </a:ext>
            </a:extLst>
          </p:cNvPr>
          <p:cNvSpPr/>
          <p:nvPr/>
        </p:nvSpPr>
        <p:spPr>
          <a:xfrm>
            <a:off x="8989168" y="5699008"/>
            <a:ext cx="2965116" cy="8134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자세히 보기 기능</a:t>
            </a:r>
            <a:r>
              <a:rPr lang="en-US" altLang="ko-KR" sz="1600" dirty="0"/>
              <a:t> </a:t>
            </a:r>
            <a:r>
              <a:rPr lang="ko-KR" altLang="en-US" sz="1600" dirty="0"/>
              <a:t>적용 완료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2D0206C-E76E-872B-A5EC-B1D622B012B3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498873A-BE7D-96FC-E643-8CD21B3CAE05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47620D2-205C-AC73-881C-23AE80ADB7CB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61C3781-7C5E-BD46-F377-A64750F8DEBC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8B9C83-16B7-866C-B4BF-CB9FA45D1318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C34C99-A109-C275-346F-D21FBD14BBEA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AE151A-A7E8-8DC8-EB0D-5284D53E67A0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6FAC78A-DB86-DB60-29F9-78618A99F97B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09900AA-F6CA-F6BB-3E92-8F9E73E75868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0" name="Picture 2" descr="로그인 - 무료 사람들개 아이콘">
              <a:extLst>
                <a:ext uri="{FF2B5EF4-FFF2-40B4-BE49-F238E27FC236}">
                  <a16:creationId xmlns:a16="http://schemas.microsoft.com/office/drawing/2014/main" id="{C2665592-3A46-5FBF-795F-6B3371F10B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BFC34955-26F7-E7C2-E093-8C4159EE44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07B681E-8CAA-F0AB-E0B2-65A6FA564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442D81F-E55F-4E37-0029-27C9DA376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293B20A-0325-C1F3-5DAE-8371D07D5C6A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B124BE71-B1F1-3AF3-1F01-5D6EEA4B1A88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7855A6-B187-51BC-EB72-B5758DC91FFB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6B022E-FDA0-E078-8735-3D5CBEEA8884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E6DE71-7EEE-22AE-F4BF-3AB271BE550F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66E4395-2A35-BE8E-2C6F-1BC5AF1A0470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1857CC-0002-F8C0-490F-5C5D10755179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8CBB0B-869F-50E0-BF11-896CDD21B648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F3BDF4-5873-F06E-DAEB-4C9535DFF128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969964-514B-83B9-1625-517303BA3CAA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9E4A75-2251-9547-14E9-EEBE06B62DCB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27D1FBDD-BD28-845E-525D-8D92FD63439B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8BAA81B-9726-D91F-56CC-64310C6CC05B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71CAA10-FB6B-C53D-C14C-52F137EB4299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2FD344-19EB-4B34-64B6-1B60EE9CD48F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8142FA-DB24-3488-0E02-88194F7765AA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38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45820FD2-965E-1442-BC4C-8ECAD6D444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04BDF69-9DA0-0AE5-A7E3-BEBF53885A8E}"/>
              </a:ext>
            </a:extLst>
          </p:cNvPr>
          <p:cNvSpPr txBox="1"/>
          <p:nvPr/>
        </p:nvSpPr>
        <p:spPr>
          <a:xfrm>
            <a:off x="5921996" y="2167381"/>
            <a:ext cx="19854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100" b="1" dirty="0"/>
              <a:t>43,000</a:t>
            </a:r>
            <a:r>
              <a:rPr lang="ko-KR" altLang="en-US" sz="1100" b="1" dirty="0"/>
              <a:t>원</a:t>
            </a:r>
            <a:endParaRPr lang="en-US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606137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2-1.2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</a:t>
            </a:r>
            <a:r>
              <a:rPr lang="en-US" altLang="ko-KR" dirty="0"/>
              <a:t>1 – </a:t>
            </a:r>
            <a:r>
              <a:rPr lang="ko-KR" altLang="en-US" dirty="0"/>
              <a:t>옵션 선택 화면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15853"/>
              </p:ext>
            </p:extLst>
          </p:nvPr>
        </p:nvGraphicFramePr>
        <p:xfrm>
          <a:off x="8829675" y="752260"/>
          <a:ext cx="3095625" cy="476821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상품 상세 페이지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상세페이지 구성 정보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1.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최상단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네비게이션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슬라이드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3.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4.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옵션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수량 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5.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바로구매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6.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관련상품 리스트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7.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상품상세정보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에디터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유튜브 영상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등록 선택사항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미등록 시 해당영역 노출 안됨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영역으로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 등록관리 항목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 옵션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 상품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셀렉트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박스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선택 시 하단에 선택한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각각 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옵션항목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: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옵션명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가격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수량조절 버튼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삭제 버튼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다른 옵션 선택 시 하단에 추가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같은 옵션 선택 시 중복 오류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(2-1-2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9E190-E8FD-1D06-75DD-C6BC6EEF66F8}"/>
              </a:ext>
            </a:extLst>
          </p:cNvPr>
          <p:cNvSpPr txBox="1"/>
          <p:nvPr/>
        </p:nvSpPr>
        <p:spPr>
          <a:xfrm>
            <a:off x="2408658" y="1219689"/>
            <a:ext cx="271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6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470AC-4861-BFD0-7F79-B55200FCEF54}"/>
              </a:ext>
            </a:extLst>
          </p:cNvPr>
          <p:cNvSpPr txBox="1"/>
          <p:nvPr/>
        </p:nvSpPr>
        <p:spPr>
          <a:xfrm>
            <a:off x="5874726" y="1835242"/>
            <a:ext cx="2830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편리한 구성과 감각적인 디자인으로 꾸준한 사랑을 받아온 밀리미터 </a:t>
            </a:r>
            <a:r>
              <a:rPr lang="ko-KR" altLang="en-US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밀리그람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(MMMG)</a:t>
            </a:r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의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6B002-1ED8-EC44-F415-29315FB5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1" y="1861429"/>
            <a:ext cx="3427485" cy="342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E8245D4-BF03-8935-91F2-3BAA4D015FF2}"/>
              </a:ext>
            </a:extLst>
          </p:cNvPr>
          <p:cNvSpPr txBox="1"/>
          <p:nvPr/>
        </p:nvSpPr>
        <p:spPr>
          <a:xfrm>
            <a:off x="5940778" y="2550479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배송 안내 </a:t>
            </a:r>
            <a:endParaRPr lang="en-US" altLang="ko-KR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CFB6-4D4F-0DED-34AE-2F580434B197}"/>
              </a:ext>
            </a:extLst>
          </p:cNvPr>
          <p:cNvSpPr txBox="1"/>
          <p:nvPr/>
        </p:nvSpPr>
        <p:spPr>
          <a:xfrm>
            <a:off x="5940778" y="3010859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교환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환불 안내</a:t>
            </a:r>
            <a:endParaRPr lang="en-US" altLang="ko-KR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13BB3A-5BB4-28C6-3A40-7A3ADFAC0A82}"/>
              </a:ext>
            </a:extLst>
          </p:cNvPr>
          <p:cNvSpPr/>
          <p:nvPr/>
        </p:nvSpPr>
        <p:spPr>
          <a:xfrm>
            <a:off x="6000128" y="5304992"/>
            <a:ext cx="1247914" cy="38696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Cart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8881DD8-8848-4F25-2939-7FDBEDD5ACC0}"/>
              </a:ext>
            </a:extLst>
          </p:cNvPr>
          <p:cNvSpPr/>
          <p:nvPr/>
        </p:nvSpPr>
        <p:spPr>
          <a:xfrm>
            <a:off x="7422539" y="5304992"/>
            <a:ext cx="1247914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Order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9D522A4E-8EFD-D034-74B6-902CCCB8279F}"/>
              </a:ext>
            </a:extLst>
          </p:cNvPr>
          <p:cNvSpPr/>
          <p:nvPr/>
        </p:nvSpPr>
        <p:spPr>
          <a:xfrm flipH="1">
            <a:off x="2520904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화살표: 갈매기형 수장 61">
            <a:extLst>
              <a:ext uri="{FF2B5EF4-FFF2-40B4-BE49-F238E27FC236}">
                <a16:creationId xmlns:a16="http://schemas.microsoft.com/office/drawing/2014/main" id="{D460FDC8-8399-973A-7AED-D239E886B327}"/>
              </a:ext>
            </a:extLst>
          </p:cNvPr>
          <p:cNvSpPr/>
          <p:nvPr/>
        </p:nvSpPr>
        <p:spPr>
          <a:xfrm>
            <a:off x="5540090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779C17D-A0BA-FDE4-55C8-D66904F82AD5}"/>
              </a:ext>
            </a:extLst>
          </p:cNvPr>
          <p:cNvGrpSpPr/>
          <p:nvPr/>
        </p:nvGrpSpPr>
        <p:grpSpPr>
          <a:xfrm rot="16200000">
            <a:off x="4119958" y="4900400"/>
            <a:ext cx="82051" cy="505113"/>
            <a:chOff x="7992208" y="3257985"/>
            <a:chExt cx="89647" cy="551882"/>
          </a:xfrm>
        </p:grpSpPr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BE9DF6B1-5370-F01D-3D25-FCE97B5C4E6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EFD1F483-89F8-A737-9632-2618C8D4B460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333C891-92EB-3B06-7BA3-947CD16756D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4E29E44F-6F49-7B09-488F-D5C7C62F74F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56" name="그룹 2055">
            <a:extLst>
              <a:ext uri="{FF2B5EF4-FFF2-40B4-BE49-F238E27FC236}">
                <a16:creationId xmlns:a16="http://schemas.microsoft.com/office/drawing/2014/main" id="{56A9707D-6073-1ECD-4BF2-1E595BDEB144}"/>
              </a:ext>
            </a:extLst>
          </p:cNvPr>
          <p:cNvGrpSpPr/>
          <p:nvPr/>
        </p:nvGrpSpPr>
        <p:grpSpPr>
          <a:xfrm>
            <a:off x="5979361" y="3442996"/>
            <a:ext cx="1936961" cy="246221"/>
            <a:chOff x="5485578" y="5950616"/>
            <a:chExt cx="1936961" cy="24622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CCBC0D-AA7E-9317-A85F-7C871C3A56D0}"/>
                </a:ext>
              </a:extLst>
            </p:cNvPr>
            <p:cNvSpPr/>
            <p:nvPr/>
          </p:nvSpPr>
          <p:spPr>
            <a:xfrm>
              <a:off x="5487381" y="5950616"/>
              <a:ext cx="1935158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4" name="화살표: 갈매기형 수장 2053">
              <a:extLst>
                <a:ext uri="{FF2B5EF4-FFF2-40B4-BE49-F238E27FC236}">
                  <a16:creationId xmlns:a16="http://schemas.microsoft.com/office/drawing/2014/main" id="{7E94DB98-2037-86F7-F95E-2F82AC4C1BA2}"/>
                </a:ext>
              </a:extLst>
            </p:cNvPr>
            <p:cNvSpPr/>
            <p:nvPr/>
          </p:nvSpPr>
          <p:spPr>
            <a:xfrm rot="5400000">
              <a:off x="7212735" y="6007449"/>
              <a:ext cx="70614" cy="132554"/>
            </a:xfrm>
            <a:prstGeom prst="chevron">
              <a:avLst>
                <a:gd name="adj" fmla="val 894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39511304-5759-D700-AC81-D40F77B397EB}"/>
                </a:ext>
              </a:extLst>
            </p:cNvPr>
            <p:cNvSpPr txBox="1"/>
            <p:nvPr/>
          </p:nvSpPr>
          <p:spPr>
            <a:xfrm>
              <a:off x="5485578" y="5958310"/>
              <a:ext cx="162312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옵션을 선택하세요</a:t>
              </a:r>
              <a:endParaRPr lang="en-US" altLang="ko-KR" sz="9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64" name="Picture 2">
            <a:extLst>
              <a:ext uri="{FF2B5EF4-FFF2-40B4-BE49-F238E27FC236}">
                <a16:creationId xmlns:a16="http://schemas.microsoft.com/office/drawing/2014/main" id="{A10FA060-CE88-3D54-6199-3553EFB75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056" y="6248919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4">
            <a:extLst>
              <a:ext uri="{FF2B5EF4-FFF2-40B4-BE49-F238E27FC236}">
                <a16:creationId xmlns:a16="http://schemas.microsoft.com/office/drawing/2014/main" id="{2E73602E-5C3B-5A2C-7ADD-068CA51B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100" y="6248919"/>
            <a:ext cx="1086205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2">
            <a:extLst>
              <a:ext uri="{FF2B5EF4-FFF2-40B4-BE49-F238E27FC236}">
                <a16:creationId xmlns:a16="http://schemas.microsoft.com/office/drawing/2014/main" id="{B7E7CF46-EB5B-2504-EC29-FC38960B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43" y="6248918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6">
            <a:extLst>
              <a:ext uri="{FF2B5EF4-FFF2-40B4-BE49-F238E27FC236}">
                <a16:creationId xmlns:a16="http://schemas.microsoft.com/office/drawing/2014/main" id="{CB6AE1EA-48A0-BCEB-D86F-7EFE9C773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86" y="6248918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화살표: 갈매기형 수장 2068">
            <a:extLst>
              <a:ext uri="{FF2B5EF4-FFF2-40B4-BE49-F238E27FC236}">
                <a16:creationId xmlns:a16="http://schemas.microsoft.com/office/drawing/2014/main" id="{1ADE6732-451D-0BDA-D0F8-309EBBA57FF7}"/>
              </a:ext>
            </a:extLst>
          </p:cNvPr>
          <p:cNvSpPr/>
          <p:nvPr/>
        </p:nvSpPr>
        <p:spPr>
          <a:xfrm>
            <a:off x="8352909" y="6637967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70" name="화살표: 갈매기형 수장 2069">
            <a:extLst>
              <a:ext uri="{FF2B5EF4-FFF2-40B4-BE49-F238E27FC236}">
                <a16:creationId xmlns:a16="http://schemas.microsoft.com/office/drawing/2014/main" id="{E7CD5AFE-169B-8C7D-D0BA-0196976B3182}"/>
              </a:ext>
            </a:extLst>
          </p:cNvPr>
          <p:cNvSpPr/>
          <p:nvPr/>
        </p:nvSpPr>
        <p:spPr>
          <a:xfrm flipH="1">
            <a:off x="2558260" y="6651470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B1B63D-2D7A-21AD-6C46-0D918AD27B3C}"/>
              </a:ext>
            </a:extLst>
          </p:cNvPr>
          <p:cNvCxnSpPr>
            <a:cxnSpLocks/>
          </p:cNvCxnSpPr>
          <p:nvPr/>
        </p:nvCxnSpPr>
        <p:spPr>
          <a:xfrm>
            <a:off x="2753901" y="6137811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EB581B28-2FD9-ED28-92C5-A616FA7685C4}"/>
              </a:ext>
            </a:extLst>
          </p:cNvPr>
          <p:cNvSpPr txBox="1"/>
          <p:nvPr/>
        </p:nvSpPr>
        <p:spPr>
          <a:xfrm>
            <a:off x="2753901" y="5846211"/>
            <a:ext cx="2365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Relation product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D299DB-766B-5334-576F-2FA18EF50AB1}"/>
              </a:ext>
            </a:extLst>
          </p:cNvPr>
          <p:cNvSpPr txBox="1"/>
          <p:nvPr/>
        </p:nvSpPr>
        <p:spPr>
          <a:xfrm>
            <a:off x="2700815" y="886537"/>
            <a:ext cx="30956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Home / product</a:t>
            </a:r>
            <a:r>
              <a:rPr lang="ko-KR" altLang="en-US" sz="700" dirty="0"/>
              <a:t>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edition  &gt;  </a:t>
            </a:r>
            <a:r>
              <a:rPr lang="en-US" altLang="ko-KR" sz="8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8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1C355-5484-6C1C-8CA9-C526C134558B}"/>
              </a:ext>
            </a:extLst>
          </p:cNvPr>
          <p:cNvSpPr txBox="1"/>
          <p:nvPr/>
        </p:nvSpPr>
        <p:spPr>
          <a:xfrm>
            <a:off x="7254894" y="2550479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dirty="0"/>
              <a:t>자세히</a:t>
            </a:r>
            <a:r>
              <a:rPr lang="en-US" altLang="ko-KR" sz="1000" dirty="0"/>
              <a:t> </a:t>
            </a:r>
            <a:r>
              <a:rPr lang="ko-KR" altLang="en-US" sz="1000" dirty="0"/>
              <a:t>보기</a:t>
            </a:r>
            <a:r>
              <a:rPr lang="en-US" altLang="ko-KR" sz="1000" b="1" dirty="0"/>
              <a:t>  V</a:t>
            </a:r>
            <a:r>
              <a:rPr lang="ko-KR" altLang="en-US" sz="1000" b="1" dirty="0"/>
              <a:t> </a:t>
            </a:r>
            <a:endParaRPr lang="en-US" altLang="ko-KR" sz="1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F0737-584C-B3B8-1DE0-C7AE5E34CC85}"/>
              </a:ext>
            </a:extLst>
          </p:cNvPr>
          <p:cNvSpPr txBox="1"/>
          <p:nvPr/>
        </p:nvSpPr>
        <p:spPr>
          <a:xfrm>
            <a:off x="7254894" y="3010859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dirty="0"/>
              <a:t>자세히</a:t>
            </a:r>
            <a:r>
              <a:rPr lang="en-US" altLang="ko-KR" sz="1000" dirty="0"/>
              <a:t> </a:t>
            </a:r>
            <a:r>
              <a:rPr lang="ko-KR" altLang="en-US" sz="1000" dirty="0"/>
              <a:t>보기</a:t>
            </a:r>
            <a:r>
              <a:rPr lang="en-US" altLang="ko-KR" sz="1000" b="1" dirty="0"/>
              <a:t>  V</a:t>
            </a:r>
            <a:r>
              <a:rPr lang="ko-KR" altLang="en-US" sz="1000" b="1" dirty="0"/>
              <a:t> </a:t>
            </a:r>
            <a:endParaRPr lang="en-US" altLang="ko-KR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DF9B02-693A-D66D-CC25-0785731A444D}"/>
              </a:ext>
            </a:extLst>
          </p:cNvPr>
          <p:cNvSpPr/>
          <p:nvPr/>
        </p:nvSpPr>
        <p:spPr>
          <a:xfrm>
            <a:off x="8894929" y="6057017"/>
            <a:ext cx="2965116" cy="383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옵션 선택 기능 추가 완료</a:t>
            </a:r>
          </a:p>
        </p:txBody>
      </p:sp>
      <p:sp>
        <p:nvSpPr>
          <p:cNvPr id="12" name="AutoShape 256">
            <a:extLst>
              <a:ext uri="{FF2B5EF4-FFF2-40B4-BE49-F238E27FC236}">
                <a16:creationId xmlns:a16="http://schemas.microsoft.com/office/drawing/2014/main" id="{2F3D52B7-AE17-4C98-DC4F-F2BDD6FC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680" y="330011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A65362-FC14-B4F2-0A7E-A99B0F1DA7C1}"/>
              </a:ext>
            </a:extLst>
          </p:cNvPr>
          <p:cNvGrpSpPr/>
          <p:nvPr/>
        </p:nvGrpSpPr>
        <p:grpSpPr>
          <a:xfrm>
            <a:off x="7286625" y="3781813"/>
            <a:ext cx="551672" cy="188755"/>
            <a:chOff x="5981164" y="4572373"/>
            <a:chExt cx="1004903" cy="24622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33C02C9-73A0-1B80-BB56-C28911D069B3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97BD15-84D1-5030-C0BC-8223F8FDF0F8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96DFAE6-31F8-CDAD-4865-EA1A88371C8E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78E0473-02AC-2B40-DD63-8CB62AD2E248}"/>
              </a:ext>
            </a:extLst>
          </p:cNvPr>
          <p:cNvSpPr txBox="1"/>
          <p:nvPr/>
        </p:nvSpPr>
        <p:spPr>
          <a:xfrm>
            <a:off x="5940778" y="375481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000" b="1" dirty="0"/>
              <a:t>White 1 size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63AA22-E566-FB61-57FA-7E78857B1E3F}"/>
              </a:ext>
            </a:extLst>
          </p:cNvPr>
          <p:cNvSpPr txBox="1"/>
          <p:nvPr/>
        </p:nvSpPr>
        <p:spPr>
          <a:xfrm>
            <a:off x="6718357" y="375481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en-US" altLang="ko-KR" sz="1000" b="1" dirty="0"/>
              <a:t>43,000</a:t>
            </a:r>
            <a:r>
              <a:rPr lang="ko-KR" altLang="en-US" sz="1000" b="1" dirty="0"/>
              <a:t>원 ⓧ</a:t>
            </a:r>
            <a:endParaRPr lang="en-US" altLang="ko-KR" sz="1000" b="1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DC6208E-0A56-9F77-389B-38036FF13748}"/>
              </a:ext>
            </a:extLst>
          </p:cNvPr>
          <p:cNvCxnSpPr/>
          <p:nvPr/>
        </p:nvCxnSpPr>
        <p:spPr>
          <a:xfrm>
            <a:off x="5979361" y="4062116"/>
            <a:ext cx="27244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3F17F35-4ECD-DED3-7260-A5D3F7A43EAC}"/>
              </a:ext>
            </a:extLst>
          </p:cNvPr>
          <p:cNvGrpSpPr/>
          <p:nvPr/>
        </p:nvGrpSpPr>
        <p:grpSpPr>
          <a:xfrm>
            <a:off x="7286625" y="4151347"/>
            <a:ext cx="551672" cy="188755"/>
            <a:chOff x="5981164" y="4572373"/>
            <a:chExt cx="1004903" cy="24622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D0F9D06-98C7-1F87-DE3C-DA2FF5C41C01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E60CD91-535E-ABC3-E7F0-FC15593A89BC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2B4F5A0-1E9A-0649-761F-0BA396D3DCB3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DABE90E-DF69-B9D7-F52B-F07EA528A08E}"/>
              </a:ext>
            </a:extLst>
          </p:cNvPr>
          <p:cNvSpPr txBox="1"/>
          <p:nvPr/>
        </p:nvSpPr>
        <p:spPr>
          <a:xfrm>
            <a:off x="5940778" y="4133875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000" b="1" dirty="0"/>
              <a:t>Black 1 size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3E605B-E81C-3AFC-9218-14A9141782B0}"/>
              </a:ext>
            </a:extLst>
          </p:cNvPr>
          <p:cNvSpPr txBox="1"/>
          <p:nvPr/>
        </p:nvSpPr>
        <p:spPr>
          <a:xfrm>
            <a:off x="6718357" y="4133875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en-US" altLang="ko-KR" sz="1000" b="1" dirty="0"/>
              <a:t>43,000</a:t>
            </a:r>
            <a:r>
              <a:rPr lang="ko-KR" altLang="en-US" sz="1000" b="1" dirty="0"/>
              <a:t>원 ⓧ</a:t>
            </a:r>
            <a:endParaRPr lang="en-US" altLang="ko-KR" sz="1000" b="1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7A48DCD-E737-F124-30D9-42A9BF594E6A}"/>
              </a:ext>
            </a:extLst>
          </p:cNvPr>
          <p:cNvCxnSpPr/>
          <p:nvPr/>
        </p:nvCxnSpPr>
        <p:spPr>
          <a:xfrm>
            <a:off x="5979361" y="4924160"/>
            <a:ext cx="2724406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31B889A-00B4-9CE0-ED2A-618B8A1A0A4B}"/>
              </a:ext>
            </a:extLst>
          </p:cNvPr>
          <p:cNvSpPr txBox="1"/>
          <p:nvPr/>
        </p:nvSpPr>
        <p:spPr>
          <a:xfrm>
            <a:off x="6712773" y="4980277"/>
            <a:ext cx="1985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200" b="1" dirty="0">
                <a:solidFill>
                  <a:srgbClr val="C00000"/>
                </a:solidFill>
              </a:rPr>
              <a:t>총</a:t>
            </a:r>
            <a:r>
              <a:rPr lang="en-US" altLang="ko-KR" sz="1200" b="1" dirty="0">
                <a:solidFill>
                  <a:srgbClr val="C00000"/>
                </a:solidFill>
              </a:rPr>
              <a:t> 89,000</a:t>
            </a:r>
            <a:r>
              <a:rPr lang="ko-KR" altLang="en-US" sz="1200" b="1" dirty="0">
                <a:solidFill>
                  <a:srgbClr val="C00000"/>
                </a:solidFill>
              </a:rPr>
              <a:t>원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8B9CE78-EC7E-CDFC-5824-395C849F7711}"/>
              </a:ext>
            </a:extLst>
          </p:cNvPr>
          <p:cNvCxnSpPr/>
          <p:nvPr/>
        </p:nvCxnSpPr>
        <p:spPr>
          <a:xfrm>
            <a:off x="5979361" y="4481216"/>
            <a:ext cx="2724406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91470CF-6F16-AF23-5097-AB15253884D9}"/>
              </a:ext>
            </a:extLst>
          </p:cNvPr>
          <p:cNvSpPr txBox="1"/>
          <p:nvPr/>
        </p:nvSpPr>
        <p:spPr>
          <a:xfrm>
            <a:off x="5940778" y="4524658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배송비</a:t>
            </a:r>
            <a:endParaRPr lang="en-US" altLang="ko-K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A9701-4530-379B-F663-97B40C24D8D3}"/>
              </a:ext>
            </a:extLst>
          </p:cNvPr>
          <p:cNvSpPr txBox="1"/>
          <p:nvPr/>
        </p:nvSpPr>
        <p:spPr>
          <a:xfrm>
            <a:off x="6718357" y="4524658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3,000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원</a:t>
            </a:r>
            <a:endParaRPr lang="en-US" altLang="ko-K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57663B9-C77D-2371-83D3-54E883E1C808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512A73F-D9C1-5A8C-3BE8-BEC6E1A20F4C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C899F9A-A43E-A040-BAAB-E32555902C89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47D34F-6316-2556-31C9-F46EAFD8BBBF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8072FA6-9CFF-2368-DFFE-E55A883F35D3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CC0E424-B06D-6E36-7DFD-86CED79F77DA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BDB65A6-5521-E397-8A53-2317EFCB2EC8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CCDE4A1-8415-D137-43AD-A7E1EF149EF2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4D6EBEC-B3E5-5F75-BF7A-A85BA3049C34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1" name="Picture 2" descr="로그인 - 무료 사람들개 아이콘">
              <a:extLst>
                <a:ext uri="{FF2B5EF4-FFF2-40B4-BE49-F238E27FC236}">
                  <a16:creationId xmlns:a16="http://schemas.microsoft.com/office/drawing/2014/main" id="{F98E4833-C735-B873-0D8C-5B708E9B65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2FDB5A41-E03F-3375-20B2-4EB89C7AE1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806C4C00-AA92-D7D2-2C2E-A2045071B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40A4FF6A-C2F4-E047-A65B-3DE4B04FA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7F27189F-A664-1090-51AD-118EB0204639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6FD7D8B-8BCC-34D7-EBE5-430CFA635025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0514AC-C8CD-1017-8D3C-BB3ACF93BE59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97783C8-162D-FB18-63FF-E74FEA9FEE70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1E6B36-00F9-3556-25E9-2BBBE9282F13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5029A37-B368-B9BD-6EA5-428CF02D8741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042141C-267B-AA58-0CA9-8CC3774DCCA9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A448157-9709-FE32-0F51-6A122D7CA26F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0547B2-752E-6C89-2AD4-A77A968BED8E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F191E0E-D178-43C2-6566-C20B122EE2C1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BD5ECE3-BDB8-F431-8C28-AE2D512269EF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2050" name="그룹 2049">
              <a:extLst>
                <a:ext uri="{FF2B5EF4-FFF2-40B4-BE49-F238E27FC236}">
                  <a16:creationId xmlns:a16="http://schemas.microsoft.com/office/drawing/2014/main" id="{B9025722-A94E-62F6-82F6-7463055FDD56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797CAC19-F5AA-4590-9CF8-57C689CD5085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6A75FC0D-F0F8-290A-D6E4-92E5B3EDE2FA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24F79329-FDFD-3646-AC8F-B971154B8D16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2060" name="TextBox 2059">
                <a:extLst>
                  <a:ext uri="{FF2B5EF4-FFF2-40B4-BE49-F238E27FC236}">
                    <a16:creationId xmlns:a16="http://schemas.microsoft.com/office/drawing/2014/main" id="{766CDF21-2532-E6E3-7A19-B6FBCCA823A4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2052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140EDAAF-8EA3-C65A-4BF6-4259D86C3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61" name="TextBox 2060">
            <a:extLst>
              <a:ext uri="{FF2B5EF4-FFF2-40B4-BE49-F238E27FC236}">
                <a16:creationId xmlns:a16="http://schemas.microsoft.com/office/drawing/2014/main" id="{BF3B05CA-447A-B5D0-B19B-FA4E4FA13396}"/>
              </a:ext>
            </a:extLst>
          </p:cNvPr>
          <p:cNvSpPr txBox="1"/>
          <p:nvPr/>
        </p:nvSpPr>
        <p:spPr>
          <a:xfrm>
            <a:off x="5940778" y="2236693"/>
            <a:ext cx="19854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100" b="1" dirty="0"/>
              <a:t>43,000</a:t>
            </a:r>
            <a:r>
              <a:rPr lang="ko-KR" altLang="en-US" sz="1100" b="1" dirty="0"/>
              <a:t>원</a:t>
            </a:r>
            <a:endParaRPr lang="en-US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1429642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31591988-8FDF-9BD5-FDCD-5D9E3D271193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B26B4F-CCC0-D8B2-9B86-1EC8FD719181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5DD6904-3F98-1942-D54E-D529FB7730D7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6EEF5B4-FE7C-6D36-EE5C-6A6EB0D2427A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2056CC2-A0B8-F3C1-2DAD-666352232A50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843D19-5973-B237-627B-DD20A968DF56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4C269B-F9B3-C301-2F65-6C07CD525367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170A6D-BF0C-9FF3-D6B2-6B14D29E63E4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082646D-52A3-8362-B561-E1C0F5D8F795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1A909666-934B-2199-AA8F-99C344D5C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B65D5C1C-F881-3B3C-4945-918FCA0196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FE214C0-799E-24BF-62F1-1BF147853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4955056-A5C0-A7A1-F0E3-ABEFB4293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852D95B-37C6-8B08-7420-89F65F46C16C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304AA04-BA36-3821-484C-5C9B572AC434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7F9885-BB4B-B720-561C-912FB3941CAE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482815-772F-3C1F-D2C7-79C1065BAF6F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0CDDA39-731E-BA32-F3F0-910EB39F5F6F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AE69AD-A9D5-7711-97D6-8636AD3CD032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2077" name="TextBox 2076">
              <a:extLst>
                <a:ext uri="{FF2B5EF4-FFF2-40B4-BE49-F238E27FC236}">
                  <a16:creationId xmlns:a16="http://schemas.microsoft.com/office/drawing/2014/main" id="{50484B36-2932-52BA-99C4-067909342B63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2078" name="TextBox 2077">
              <a:extLst>
                <a:ext uri="{FF2B5EF4-FFF2-40B4-BE49-F238E27FC236}">
                  <a16:creationId xmlns:a16="http://schemas.microsoft.com/office/drawing/2014/main" id="{A2907AB7-2207-C387-0E5F-E1F8FD706823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2079" name="TextBox 2078">
              <a:extLst>
                <a:ext uri="{FF2B5EF4-FFF2-40B4-BE49-F238E27FC236}">
                  <a16:creationId xmlns:a16="http://schemas.microsoft.com/office/drawing/2014/main" id="{00BF5842-6D86-34A9-8565-ECD4351C5079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2080" name="TextBox 2079">
              <a:extLst>
                <a:ext uri="{FF2B5EF4-FFF2-40B4-BE49-F238E27FC236}">
                  <a16:creationId xmlns:a16="http://schemas.microsoft.com/office/drawing/2014/main" id="{462C565A-BA4B-55D8-258F-7BEC147167C8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2081" name="TextBox 2080">
              <a:extLst>
                <a:ext uri="{FF2B5EF4-FFF2-40B4-BE49-F238E27FC236}">
                  <a16:creationId xmlns:a16="http://schemas.microsoft.com/office/drawing/2014/main" id="{C7F2BA58-FCF0-5473-CCAE-0480CAB0F534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2082" name="그룹 2081">
              <a:extLst>
                <a:ext uri="{FF2B5EF4-FFF2-40B4-BE49-F238E27FC236}">
                  <a16:creationId xmlns:a16="http://schemas.microsoft.com/office/drawing/2014/main" id="{7599492F-A2F0-0925-7DED-B362DF5AC421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2086" name="TextBox 2085">
                <a:extLst>
                  <a:ext uri="{FF2B5EF4-FFF2-40B4-BE49-F238E27FC236}">
                    <a16:creationId xmlns:a16="http://schemas.microsoft.com/office/drawing/2014/main" id="{17B74284-EF47-1F50-802A-7D8C8DFC022B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2087" name="TextBox 2086">
                <a:extLst>
                  <a:ext uri="{FF2B5EF4-FFF2-40B4-BE49-F238E27FC236}">
                    <a16:creationId xmlns:a16="http://schemas.microsoft.com/office/drawing/2014/main" id="{00298EAF-2EC6-B89F-D5C9-2355C7092C70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2088" name="TextBox 2087">
                <a:extLst>
                  <a:ext uri="{FF2B5EF4-FFF2-40B4-BE49-F238E27FC236}">
                    <a16:creationId xmlns:a16="http://schemas.microsoft.com/office/drawing/2014/main" id="{E5DFC403-A1DA-7CE2-E2D0-566D3C29704C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2089" name="TextBox 2088">
                <a:extLst>
                  <a:ext uri="{FF2B5EF4-FFF2-40B4-BE49-F238E27FC236}">
                    <a16:creationId xmlns:a16="http://schemas.microsoft.com/office/drawing/2014/main" id="{0C02D86C-D7FB-0597-8E69-55B47CC210BB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2085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1DFC486D-F3E9-025A-EAC2-A75E767F6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AC64D74-BE1D-6E5B-EAF6-6DEF080FD0B0}"/>
              </a:ext>
            </a:extLst>
          </p:cNvPr>
          <p:cNvSpPr txBox="1"/>
          <p:nvPr/>
        </p:nvSpPr>
        <p:spPr>
          <a:xfrm>
            <a:off x="2700815" y="886537"/>
            <a:ext cx="30956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Home / </a:t>
            </a:r>
            <a:r>
              <a:rPr lang="en-US" altLang="ko-KR" sz="700" dirty="0" err="1"/>
              <a:t>piknic</a:t>
            </a:r>
            <a:r>
              <a:rPr lang="ko-KR" altLang="en-US" sz="700" dirty="0"/>
              <a:t>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edition  &gt;  </a:t>
            </a:r>
            <a:r>
              <a:rPr lang="en-US" altLang="ko-KR" sz="8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8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2-1-1.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</a:t>
            </a:r>
            <a:r>
              <a:rPr lang="en-US" altLang="ko-KR" dirty="0"/>
              <a:t>1 - </a:t>
            </a:r>
            <a:r>
              <a:rPr lang="ko-KR" altLang="en-US" dirty="0"/>
              <a:t>장바구니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825025"/>
              </p:ext>
            </p:extLst>
          </p:nvPr>
        </p:nvGraphicFramePr>
        <p:xfrm>
          <a:off x="8829675" y="752260"/>
          <a:ext cx="3095625" cy="330517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장바구니 팝업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선택 옵션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수량에 맞는 상품 정보 마이페이지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 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안내 팝업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장바구니로 이동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마이페이지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–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장바구니 페이지로 이동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(7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계속 쇼핑 버튼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현재 페이지 유지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장바구니라는 용어는 전체적으로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go cart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또는 </a:t>
                      </a: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</a:rPr>
                        <a:t>픽토그램으로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 고정해주세요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계속 쇼핑은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continue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로 변경 원합니다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 </a:t>
                      </a:r>
                      <a:r>
                        <a:rPr lang="ko-KR" altLang="en-US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적용하였습니다</a:t>
                      </a: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9E190-E8FD-1D06-75DD-C6BC6EEF66F8}"/>
              </a:ext>
            </a:extLst>
          </p:cNvPr>
          <p:cNvSpPr txBox="1"/>
          <p:nvPr/>
        </p:nvSpPr>
        <p:spPr>
          <a:xfrm>
            <a:off x="2408658" y="1219689"/>
            <a:ext cx="271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6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470AC-4861-BFD0-7F79-B55200FCEF54}"/>
              </a:ext>
            </a:extLst>
          </p:cNvPr>
          <p:cNvSpPr txBox="1"/>
          <p:nvPr/>
        </p:nvSpPr>
        <p:spPr>
          <a:xfrm>
            <a:off x="5874726" y="1835242"/>
            <a:ext cx="2830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편리한 구성과 감각적인 디자인으로 꾸준한 사랑을 받아온 밀리미터 </a:t>
            </a:r>
            <a:r>
              <a:rPr lang="ko-KR" altLang="en-US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밀리그람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(MMMG)</a:t>
            </a:r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의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6B002-1ED8-EC44-F415-29315FB5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1" y="1861429"/>
            <a:ext cx="3427485" cy="342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F2CEC39-8FA7-3362-5584-FBEE098D7A60}"/>
              </a:ext>
            </a:extLst>
          </p:cNvPr>
          <p:cNvSpPr txBox="1"/>
          <p:nvPr/>
        </p:nvSpPr>
        <p:spPr>
          <a:xfrm>
            <a:off x="2454082" y="1558243"/>
            <a:ext cx="1985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200" b="1" dirty="0"/>
              <a:t>41,400</a:t>
            </a:r>
            <a:r>
              <a:rPr lang="ko-KR" altLang="en-US" sz="1200" b="1" dirty="0"/>
              <a:t>원</a:t>
            </a:r>
            <a:endParaRPr lang="en-US" altLang="ko-KR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8245D4-BF03-8935-91F2-3BAA4D015FF2}"/>
              </a:ext>
            </a:extLst>
          </p:cNvPr>
          <p:cNvSpPr txBox="1"/>
          <p:nvPr/>
        </p:nvSpPr>
        <p:spPr>
          <a:xfrm>
            <a:off x="5940778" y="2376861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배송 안내 </a:t>
            </a:r>
            <a:endParaRPr lang="en-US" altLang="ko-KR" sz="1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66AF42-F113-5D95-C9CC-8AB4B5B9776A}"/>
              </a:ext>
            </a:extLst>
          </p:cNvPr>
          <p:cNvSpPr txBox="1"/>
          <p:nvPr/>
        </p:nvSpPr>
        <p:spPr>
          <a:xfrm>
            <a:off x="5940777" y="2623082"/>
            <a:ext cx="2719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로젠택배｜국내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배송비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3,000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원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해외 배송 불가</a:t>
            </a:r>
            <a:endParaRPr lang="en-US" altLang="ko-KR" sz="8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오전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11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시 이전 결제 시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당일 출고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출고 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2—3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일 이내 배송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주말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공휴일 제외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CFB6-4D4F-0DED-34AE-2F580434B197}"/>
              </a:ext>
            </a:extLst>
          </p:cNvPr>
          <p:cNvSpPr txBox="1"/>
          <p:nvPr/>
        </p:nvSpPr>
        <p:spPr>
          <a:xfrm>
            <a:off x="5964326" y="321871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교환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환불 안내</a:t>
            </a:r>
            <a:endParaRPr lang="en-US" altLang="ko-KR" sz="10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5F6996-D482-0A4C-409C-60535295DE39}"/>
              </a:ext>
            </a:extLst>
          </p:cNvPr>
          <p:cNvSpPr txBox="1"/>
          <p:nvPr/>
        </p:nvSpPr>
        <p:spPr>
          <a:xfrm>
            <a:off x="5940777" y="3486452"/>
            <a:ext cx="2719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상품 수령일로부터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7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일이 지난 경우 교환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·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환불 불가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오배송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상품 불량인 경우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주문 상품 교환 혹은 전액 환불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단순 변심으로 교환할 경우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왕복 배송비 </a:t>
            </a:r>
            <a:r>
              <a:rPr lang="en-US" altLang="ko-KR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6,000</a:t>
            </a:r>
            <a:r>
              <a:rPr lang="ko-KR" altLang="en-US" sz="8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원</a:t>
            </a:r>
            <a:endParaRPr lang="en-US" altLang="ko-KR" sz="8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8881DD8-8848-4F25-2939-7FDBEDD5ACC0}"/>
              </a:ext>
            </a:extLst>
          </p:cNvPr>
          <p:cNvSpPr/>
          <p:nvPr/>
        </p:nvSpPr>
        <p:spPr>
          <a:xfrm>
            <a:off x="7422539" y="4867438"/>
            <a:ext cx="1247914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bg1"/>
                </a:solidFill>
              </a:rPr>
              <a:t>바로구매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9D522A4E-8EFD-D034-74B6-902CCCB8279F}"/>
              </a:ext>
            </a:extLst>
          </p:cNvPr>
          <p:cNvSpPr/>
          <p:nvPr/>
        </p:nvSpPr>
        <p:spPr>
          <a:xfrm flipH="1">
            <a:off x="2520904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화살표: 갈매기형 수장 61">
            <a:extLst>
              <a:ext uri="{FF2B5EF4-FFF2-40B4-BE49-F238E27FC236}">
                <a16:creationId xmlns:a16="http://schemas.microsoft.com/office/drawing/2014/main" id="{D460FDC8-8399-973A-7AED-D239E886B327}"/>
              </a:ext>
            </a:extLst>
          </p:cNvPr>
          <p:cNvSpPr/>
          <p:nvPr/>
        </p:nvSpPr>
        <p:spPr>
          <a:xfrm>
            <a:off x="5540090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779C17D-A0BA-FDE4-55C8-D66904F82AD5}"/>
              </a:ext>
            </a:extLst>
          </p:cNvPr>
          <p:cNvGrpSpPr/>
          <p:nvPr/>
        </p:nvGrpSpPr>
        <p:grpSpPr>
          <a:xfrm rot="16200000">
            <a:off x="4119958" y="4900400"/>
            <a:ext cx="82051" cy="505113"/>
            <a:chOff x="7992208" y="3257985"/>
            <a:chExt cx="89647" cy="551882"/>
          </a:xfrm>
        </p:grpSpPr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BE9DF6B1-5370-F01D-3D25-FCE97B5C4E6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EFD1F483-89F8-A737-9632-2618C8D4B460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333C891-92EB-3B06-7BA3-947CD16756D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4E29E44F-6F49-7B09-488F-D5C7C62F74F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56" name="그룹 2055">
            <a:extLst>
              <a:ext uri="{FF2B5EF4-FFF2-40B4-BE49-F238E27FC236}">
                <a16:creationId xmlns:a16="http://schemas.microsoft.com/office/drawing/2014/main" id="{56A9707D-6073-1ECD-4BF2-1E595BDEB144}"/>
              </a:ext>
            </a:extLst>
          </p:cNvPr>
          <p:cNvGrpSpPr/>
          <p:nvPr/>
        </p:nvGrpSpPr>
        <p:grpSpPr>
          <a:xfrm>
            <a:off x="5979361" y="4253889"/>
            <a:ext cx="1936961" cy="246221"/>
            <a:chOff x="5485578" y="5950616"/>
            <a:chExt cx="1936961" cy="24622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CCBC0D-AA7E-9317-A85F-7C871C3A56D0}"/>
                </a:ext>
              </a:extLst>
            </p:cNvPr>
            <p:cNvSpPr/>
            <p:nvPr/>
          </p:nvSpPr>
          <p:spPr>
            <a:xfrm>
              <a:off x="5487381" y="5950616"/>
              <a:ext cx="1935158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4" name="화살표: 갈매기형 수장 2053">
              <a:extLst>
                <a:ext uri="{FF2B5EF4-FFF2-40B4-BE49-F238E27FC236}">
                  <a16:creationId xmlns:a16="http://schemas.microsoft.com/office/drawing/2014/main" id="{7E94DB98-2037-86F7-F95E-2F82AC4C1BA2}"/>
                </a:ext>
              </a:extLst>
            </p:cNvPr>
            <p:cNvSpPr/>
            <p:nvPr/>
          </p:nvSpPr>
          <p:spPr>
            <a:xfrm rot="5400000">
              <a:off x="7212735" y="6007449"/>
              <a:ext cx="70614" cy="132554"/>
            </a:xfrm>
            <a:prstGeom prst="chevron">
              <a:avLst>
                <a:gd name="adj" fmla="val 894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39511304-5759-D700-AC81-D40F77B397EB}"/>
                </a:ext>
              </a:extLst>
            </p:cNvPr>
            <p:cNvSpPr txBox="1"/>
            <p:nvPr/>
          </p:nvSpPr>
          <p:spPr>
            <a:xfrm>
              <a:off x="5485578" y="5958310"/>
              <a:ext cx="162312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옵션을 선택하세요</a:t>
              </a:r>
              <a:endParaRPr lang="en-US" altLang="ko-KR" sz="9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58" name="직사각형 2057">
            <a:extLst>
              <a:ext uri="{FF2B5EF4-FFF2-40B4-BE49-F238E27FC236}">
                <a16:creationId xmlns:a16="http://schemas.microsoft.com/office/drawing/2014/main" id="{FB41B485-0BF2-BFA8-C766-6EEB72B0ACEF}"/>
              </a:ext>
            </a:extLst>
          </p:cNvPr>
          <p:cNvSpPr/>
          <p:nvPr/>
        </p:nvSpPr>
        <p:spPr>
          <a:xfrm>
            <a:off x="5981164" y="4572373"/>
            <a:ext cx="33611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61" name="직사각형 2060">
            <a:extLst>
              <a:ext uri="{FF2B5EF4-FFF2-40B4-BE49-F238E27FC236}">
                <a16:creationId xmlns:a16="http://schemas.microsoft.com/office/drawing/2014/main" id="{5F82A750-1CCD-15B7-1C40-BB473EF7AF2F}"/>
              </a:ext>
            </a:extLst>
          </p:cNvPr>
          <p:cNvSpPr/>
          <p:nvPr/>
        </p:nvSpPr>
        <p:spPr>
          <a:xfrm>
            <a:off x="6317276" y="4572373"/>
            <a:ext cx="33611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63" name="직사각형 2062">
            <a:extLst>
              <a:ext uri="{FF2B5EF4-FFF2-40B4-BE49-F238E27FC236}">
                <a16:creationId xmlns:a16="http://schemas.microsoft.com/office/drawing/2014/main" id="{0F5BCFE6-8B4D-51FB-FB98-8D691F58F5CE}"/>
              </a:ext>
            </a:extLst>
          </p:cNvPr>
          <p:cNvSpPr/>
          <p:nvPr/>
        </p:nvSpPr>
        <p:spPr>
          <a:xfrm>
            <a:off x="6649955" y="4572373"/>
            <a:ext cx="336112" cy="246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+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2064" name="Picture 2">
            <a:extLst>
              <a:ext uri="{FF2B5EF4-FFF2-40B4-BE49-F238E27FC236}">
                <a16:creationId xmlns:a16="http://schemas.microsoft.com/office/drawing/2014/main" id="{A10FA060-CE88-3D54-6199-3553EFB75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056" y="5851954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4">
            <a:extLst>
              <a:ext uri="{FF2B5EF4-FFF2-40B4-BE49-F238E27FC236}">
                <a16:creationId xmlns:a16="http://schemas.microsoft.com/office/drawing/2014/main" id="{2E73602E-5C3B-5A2C-7ADD-068CA51B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100" y="5851954"/>
            <a:ext cx="1086205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2">
            <a:extLst>
              <a:ext uri="{FF2B5EF4-FFF2-40B4-BE49-F238E27FC236}">
                <a16:creationId xmlns:a16="http://schemas.microsoft.com/office/drawing/2014/main" id="{B7E7CF46-EB5B-2504-EC29-FC38960B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43" y="5851953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6">
            <a:extLst>
              <a:ext uri="{FF2B5EF4-FFF2-40B4-BE49-F238E27FC236}">
                <a16:creationId xmlns:a16="http://schemas.microsoft.com/office/drawing/2014/main" id="{CB6AE1EA-48A0-BCEB-D86F-7EFE9C773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86" y="5851953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화살표: 갈매기형 수장 2068">
            <a:extLst>
              <a:ext uri="{FF2B5EF4-FFF2-40B4-BE49-F238E27FC236}">
                <a16:creationId xmlns:a16="http://schemas.microsoft.com/office/drawing/2014/main" id="{1ADE6732-451D-0BDA-D0F8-309EBBA57FF7}"/>
              </a:ext>
            </a:extLst>
          </p:cNvPr>
          <p:cNvSpPr/>
          <p:nvPr/>
        </p:nvSpPr>
        <p:spPr>
          <a:xfrm>
            <a:off x="8352909" y="6241002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70" name="화살표: 갈매기형 수장 2069">
            <a:extLst>
              <a:ext uri="{FF2B5EF4-FFF2-40B4-BE49-F238E27FC236}">
                <a16:creationId xmlns:a16="http://schemas.microsoft.com/office/drawing/2014/main" id="{E7CD5AFE-169B-8C7D-D0BA-0196976B3182}"/>
              </a:ext>
            </a:extLst>
          </p:cNvPr>
          <p:cNvSpPr/>
          <p:nvPr/>
        </p:nvSpPr>
        <p:spPr>
          <a:xfrm flipH="1">
            <a:off x="2558260" y="6254505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B1B63D-2D7A-21AD-6C46-0D918AD27B3C}"/>
              </a:ext>
            </a:extLst>
          </p:cNvPr>
          <p:cNvCxnSpPr>
            <a:cxnSpLocks/>
          </p:cNvCxnSpPr>
          <p:nvPr/>
        </p:nvCxnSpPr>
        <p:spPr>
          <a:xfrm>
            <a:off x="2753901" y="5740846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EB581B28-2FD9-ED28-92C5-A616FA7685C4}"/>
              </a:ext>
            </a:extLst>
          </p:cNvPr>
          <p:cNvSpPr txBox="1"/>
          <p:nvPr/>
        </p:nvSpPr>
        <p:spPr>
          <a:xfrm>
            <a:off x="2753901" y="5449246"/>
            <a:ext cx="2365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Relation product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AAAD1A-74A3-F0A6-9235-BA356B2CF311}"/>
              </a:ext>
            </a:extLst>
          </p:cNvPr>
          <p:cNvSpPr/>
          <p:nvPr/>
        </p:nvSpPr>
        <p:spPr>
          <a:xfrm>
            <a:off x="237716" y="733474"/>
            <a:ext cx="8515759" cy="6861126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29036F-F032-2E91-3E34-AB97ECDCA0C8}"/>
              </a:ext>
            </a:extLst>
          </p:cNvPr>
          <p:cNvSpPr/>
          <p:nvPr/>
        </p:nvSpPr>
        <p:spPr>
          <a:xfrm>
            <a:off x="3200969" y="2300024"/>
            <a:ext cx="3086608" cy="204547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shade val="50000"/>
                <a:alpha val="33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DE37EC-4109-57AF-2F97-377CBBC21745}"/>
              </a:ext>
            </a:extLst>
          </p:cNvPr>
          <p:cNvSpPr txBox="1"/>
          <p:nvPr/>
        </p:nvSpPr>
        <p:spPr>
          <a:xfrm>
            <a:off x="5915811" y="2310293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6AC8E12-1F92-9480-DEB0-659B3D3C683D}"/>
              </a:ext>
            </a:extLst>
          </p:cNvPr>
          <p:cNvSpPr/>
          <p:nvPr/>
        </p:nvSpPr>
        <p:spPr>
          <a:xfrm>
            <a:off x="4831558" y="3714096"/>
            <a:ext cx="1180442" cy="304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continue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129416-D93E-D8FA-BA1A-1F821704A20F}"/>
              </a:ext>
            </a:extLst>
          </p:cNvPr>
          <p:cNvSpPr txBox="1"/>
          <p:nvPr/>
        </p:nvSpPr>
        <p:spPr>
          <a:xfrm>
            <a:off x="3573710" y="3090460"/>
            <a:ext cx="232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장바구니에 제품이 담겼습니다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CD810C-998B-005B-24F9-EBC2DF9C2963}"/>
              </a:ext>
            </a:extLst>
          </p:cNvPr>
          <p:cNvSpPr/>
          <p:nvPr/>
        </p:nvSpPr>
        <p:spPr>
          <a:xfrm>
            <a:off x="3514486" y="3714096"/>
            <a:ext cx="1180442" cy="3042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go cart</a:t>
            </a:r>
          </a:p>
        </p:txBody>
      </p:sp>
      <p:sp>
        <p:nvSpPr>
          <p:cNvPr id="44" name="AutoShape 256">
            <a:extLst>
              <a:ext uri="{FF2B5EF4-FFF2-40B4-BE49-F238E27FC236}">
                <a16:creationId xmlns:a16="http://schemas.microsoft.com/office/drawing/2014/main" id="{FA60B47C-B4EA-A32F-E13F-F95266CC4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308" y="348465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5" name="AutoShape 256">
            <a:extLst>
              <a:ext uri="{FF2B5EF4-FFF2-40B4-BE49-F238E27FC236}">
                <a16:creationId xmlns:a16="http://schemas.microsoft.com/office/drawing/2014/main" id="{D489C400-ED51-7B20-3787-0A4E42EC5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213" y="348465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13BB3A-5BB4-28C6-3A40-7A3ADFAC0A82}"/>
              </a:ext>
            </a:extLst>
          </p:cNvPr>
          <p:cNvSpPr/>
          <p:nvPr/>
        </p:nvSpPr>
        <p:spPr>
          <a:xfrm>
            <a:off x="6000128" y="4867438"/>
            <a:ext cx="1247914" cy="38696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장바구니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6" name="Picture 4" descr="마우스 커서 아이콘 - 21,259종의 무료 아이콘">
            <a:extLst>
              <a:ext uri="{FF2B5EF4-FFF2-40B4-BE49-F238E27FC236}">
                <a16:creationId xmlns:a16="http://schemas.microsoft.com/office/drawing/2014/main" id="{9B1FA9EE-6D31-DB3D-6C74-EE9A6DE84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228" y="5035202"/>
            <a:ext cx="188977" cy="18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27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3DE85849-A0C1-F9D8-5CC2-48A7DF3DDCC4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6CCCECB-FDC1-4CF9-D1C4-D26BFA26BFE4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324805-48D3-277B-C4D1-9DCC5085C801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91DBFC4C-5618-6A70-5FC7-47F8D050F29B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9FD1623-F12F-4E86-027A-6BE961F10ECB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9D4B69-7ED5-8211-0B66-D6D2F6EF8679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8D04BD9-052A-F4E7-A720-784C9E4FD218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BBA0BAB-25C7-1757-E27A-F84D0B2FD6D9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01D3C83-EE54-7695-8AF9-5093373042FF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54" name="Picture 2" descr="로그인 - 무료 사람들개 아이콘">
              <a:extLst>
                <a:ext uri="{FF2B5EF4-FFF2-40B4-BE49-F238E27FC236}">
                  <a16:creationId xmlns:a16="http://schemas.microsoft.com/office/drawing/2014/main" id="{5937F8B2-9D4A-2310-C65F-DFD4638568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1C85D0DE-FCDA-D9AD-11D8-86041AD9D6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73C1B995-1777-E2B6-3811-468FDD85C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050" name="그림 2049">
              <a:extLst>
                <a:ext uri="{FF2B5EF4-FFF2-40B4-BE49-F238E27FC236}">
                  <a16:creationId xmlns:a16="http://schemas.microsoft.com/office/drawing/2014/main" id="{25D0661D-2C4B-3278-1616-81A34BB35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052" name="직선 연결선 2051">
              <a:extLst>
                <a:ext uri="{FF2B5EF4-FFF2-40B4-BE49-F238E27FC236}">
                  <a16:creationId xmlns:a16="http://schemas.microsoft.com/office/drawing/2014/main" id="{F08E467B-F1D4-AA8A-66F0-71DDD6666E74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57" name="직선 연결선 2056">
              <a:extLst>
                <a:ext uri="{FF2B5EF4-FFF2-40B4-BE49-F238E27FC236}">
                  <a16:creationId xmlns:a16="http://schemas.microsoft.com/office/drawing/2014/main" id="{26D6F8C1-47CA-5679-B44F-38687F421BAB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058" name="TextBox 2057">
              <a:extLst>
                <a:ext uri="{FF2B5EF4-FFF2-40B4-BE49-F238E27FC236}">
                  <a16:creationId xmlns:a16="http://schemas.microsoft.com/office/drawing/2014/main" id="{EE08608F-03B5-06EE-623A-EC7EE6C132D3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B20C4A69-4487-ADF9-7189-DB0F4BF31AB8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2060" name="TextBox 2059">
              <a:extLst>
                <a:ext uri="{FF2B5EF4-FFF2-40B4-BE49-F238E27FC236}">
                  <a16:creationId xmlns:a16="http://schemas.microsoft.com/office/drawing/2014/main" id="{60769F47-5D3E-0D60-57BA-22479E36D6B8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2061" name="TextBox 2060">
              <a:extLst>
                <a:ext uri="{FF2B5EF4-FFF2-40B4-BE49-F238E27FC236}">
                  <a16:creationId xmlns:a16="http://schemas.microsoft.com/office/drawing/2014/main" id="{6B66D16F-B083-1E04-2482-4898D7CFF6AF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A7A0F367-3D79-C284-1BA6-AE520E74D771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2063" name="TextBox 2062">
              <a:extLst>
                <a:ext uri="{FF2B5EF4-FFF2-40B4-BE49-F238E27FC236}">
                  <a16:creationId xmlns:a16="http://schemas.microsoft.com/office/drawing/2014/main" id="{30500C0A-01A3-FC1C-897C-BBE51C19B4B3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2068" name="TextBox 2067">
              <a:extLst>
                <a:ext uri="{FF2B5EF4-FFF2-40B4-BE49-F238E27FC236}">
                  <a16:creationId xmlns:a16="http://schemas.microsoft.com/office/drawing/2014/main" id="{53BDD82E-E75A-A815-D2F9-462F4287A1B5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2073" name="TextBox 2072">
              <a:extLst>
                <a:ext uri="{FF2B5EF4-FFF2-40B4-BE49-F238E27FC236}">
                  <a16:creationId xmlns:a16="http://schemas.microsoft.com/office/drawing/2014/main" id="{AF77626F-B926-730F-0214-DFFD4909CAF5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2074" name="TextBox 2073">
              <a:extLst>
                <a:ext uri="{FF2B5EF4-FFF2-40B4-BE49-F238E27FC236}">
                  <a16:creationId xmlns:a16="http://schemas.microsoft.com/office/drawing/2014/main" id="{1EEA718E-452A-D7F7-8181-EA02F1D7EE3A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2075" name="그룹 2074">
              <a:extLst>
                <a:ext uri="{FF2B5EF4-FFF2-40B4-BE49-F238E27FC236}">
                  <a16:creationId xmlns:a16="http://schemas.microsoft.com/office/drawing/2014/main" id="{15F46239-E422-9BD5-3CF7-34A4D77C1299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2077" name="TextBox 2076">
                <a:extLst>
                  <a:ext uri="{FF2B5EF4-FFF2-40B4-BE49-F238E27FC236}">
                    <a16:creationId xmlns:a16="http://schemas.microsoft.com/office/drawing/2014/main" id="{F2E1BBC9-2C7A-EB66-07B6-E087FCA57DDE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2078" name="TextBox 2077">
                <a:extLst>
                  <a:ext uri="{FF2B5EF4-FFF2-40B4-BE49-F238E27FC236}">
                    <a16:creationId xmlns:a16="http://schemas.microsoft.com/office/drawing/2014/main" id="{32997E4E-7BE7-1CA1-7C9A-29DA57FE8A9A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2079" name="TextBox 2078">
                <a:extLst>
                  <a:ext uri="{FF2B5EF4-FFF2-40B4-BE49-F238E27FC236}">
                    <a16:creationId xmlns:a16="http://schemas.microsoft.com/office/drawing/2014/main" id="{1C1B76B9-2367-EEA9-4D1E-A239FC521F7E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61D7B7A-ADAB-4C1B-17BD-61770C5AC100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2076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EA750DCB-F467-DA19-85D2-A21DE5161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2-1-2.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</a:t>
            </a:r>
            <a:r>
              <a:rPr lang="en-US" altLang="ko-KR" dirty="0"/>
              <a:t>1 – </a:t>
            </a:r>
            <a:r>
              <a:rPr lang="ko-KR" altLang="en-US" dirty="0"/>
              <a:t>옵션 선택 화면</a:t>
            </a: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9E190-E8FD-1D06-75DD-C6BC6EEF66F8}"/>
              </a:ext>
            </a:extLst>
          </p:cNvPr>
          <p:cNvSpPr txBox="1"/>
          <p:nvPr/>
        </p:nvSpPr>
        <p:spPr>
          <a:xfrm>
            <a:off x="2408658" y="1219689"/>
            <a:ext cx="271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6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470AC-4861-BFD0-7F79-B55200FCEF54}"/>
              </a:ext>
            </a:extLst>
          </p:cNvPr>
          <p:cNvSpPr txBox="1"/>
          <p:nvPr/>
        </p:nvSpPr>
        <p:spPr>
          <a:xfrm>
            <a:off x="5874726" y="1835242"/>
            <a:ext cx="2830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편리한 구성과 감각적인 디자인으로 꾸준한 사랑을 받아온 밀리미터 </a:t>
            </a:r>
            <a:r>
              <a:rPr lang="ko-KR" altLang="en-US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밀리그람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(MMMG)</a:t>
            </a:r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의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6B002-1ED8-EC44-F415-29315FB5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41" y="1861429"/>
            <a:ext cx="3427485" cy="342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F2CEC39-8FA7-3362-5584-FBEE098D7A60}"/>
              </a:ext>
            </a:extLst>
          </p:cNvPr>
          <p:cNvSpPr txBox="1"/>
          <p:nvPr/>
        </p:nvSpPr>
        <p:spPr>
          <a:xfrm>
            <a:off x="2454082" y="1558243"/>
            <a:ext cx="1985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200" b="1" dirty="0"/>
              <a:t>43,000</a:t>
            </a:r>
            <a:r>
              <a:rPr lang="ko-KR" altLang="en-US" sz="1200" b="1" dirty="0"/>
              <a:t>원</a:t>
            </a:r>
            <a:endParaRPr lang="en-US" altLang="ko-KR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8245D4-BF03-8935-91F2-3BAA4D015FF2}"/>
              </a:ext>
            </a:extLst>
          </p:cNvPr>
          <p:cNvSpPr txBox="1"/>
          <p:nvPr/>
        </p:nvSpPr>
        <p:spPr>
          <a:xfrm>
            <a:off x="5940778" y="2550479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배송 안내 </a:t>
            </a:r>
            <a:endParaRPr lang="en-US" altLang="ko-KR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CFB6-4D4F-0DED-34AE-2F580434B197}"/>
              </a:ext>
            </a:extLst>
          </p:cNvPr>
          <p:cNvSpPr txBox="1"/>
          <p:nvPr/>
        </p:nvSpPr>
        <p:spPr>
          <a:xfrm>
            <a:off x="5940778" y="3010859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/>
              <a:t>교환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환불 안내</a:t>
            </a:r>
            <a:endParaRPr lang="en-US" altLang="ko-KR" sz="10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13BB3A-5BB4-28C6-3A40-7A3ADFAC0A82}"/>
              </a:ext>
            </a:extLst>
          </p:cNvPr>
          <p:cNvSpPr/>
          <p:nvPr/>
        </p:nvSpPr>
        <p:spPr>
          <a:xfrm>
            <a:off x="6000128" y="5304992"/>
            <a:ext cx="1247914" cy="38696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Cart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8881DD8-8848-4F25-2939-7FDBEDD5ACC0}"/>
              </a:ext>
            </a:extLst>
          </p:cNvPr>
          <p:cNvSpPr/>
          <p:nvPr/>
        </p:nvSpPr>
        <p:spPr>
          <a:xfrm>
            <a:off x="7422539" y="5304992"/>
            <a:ext cx="1247914" cy="3869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Order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2" name="화살표: 갈매기형 수장 61">
            <a:extLst>
              <a:ext uri="{FF2B5EF4-FFF2-40B4-BE49-F238E27FC236}">
                <a16:creationId xmlns:a16="http://schemas.microsoft.com/office/drawing/2014/main" id="{D460FDC8-8399-973A-7AED-D239E886B327}"/>
              </a:ext>
            </a:extLst>
          </p:cNvPr>
          <p:cNvSpPr/>
          <p:nvPr/>
        </p:nvSpPr>
        <p:spPr>
          <a:xfrm>
            <a:off x="5540090" y="3434284"/>
            <a:ext cx="150106" cy="281774"/>
          </a:xfrm>
          <a:prstGeom prst="chevron">
            <a:avLst>
              <a:gd name="adj" fmla="val 894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779C17D-A0BA-FDE4-55C8-D66904F82AD5}"/>
              </a:ext>
            </a:extLst>
          </p:cNvPr>
          <p:cNvGrpSpPr/>
          <p:nvPr/>
        </p:nvGrpSpPr>
        <p:grpSpPr>
          <a:xfrm rot="16200000">
            <a:off x="4119958" y="4900400"/>
            <a:ext cx="82051" cy="505113"/>
            <a:chOff x="7992208" y="3257985"/>
            <a:chExt cx="89647" cy="551882"/>
          </a:xfrm>
        </p:grpSpPr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BE9DF6B1-5370-F01D-3D25-FCE97B5C4E6F}"/>
                </a:ext>
              </a:extLst>
            </p:cNvPr>
            <p:cNvSpPr/>
            <p:nvPr/>
          </p:nvSpPr>
          <p:spPr>
            <a:xfrm>
              <a:off x="7992208" y="3257985"/>
              <a:ext cx="89647" cy="8964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EFD1F483-89F8-A737-9632-2618C8D4B460}"/>
                </a:ext>
              </a:extLst>
            </p:cNvPr>
            <p:cNvSpPr/>
            <p:nvPr/>
          </p:nvSpPr>
          <p:spPr>
            <a:xfrm>
              <a:off x="7992208" y="34103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333C891-92EB-3B06-7BA3-947CD16756D0}"/>
                </a:ext>
              </a:extLst>
            </p:cNvPr>
            <p:cNvSpPr/>
            <p:nvPr/>
          </p:nvSpPr>
          <p:spPr>
            <a:xfrm>
              <a:off x="7992208" y="3562785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4E29E44F-6F49-7B09-488F-D5C7C62F74FB}"/>
                </a:ext>
              </a:extLst>
            </p:cNvPr>
            <p:cNvSpPr/>
            <p:nvPr/>
          </p:nvSpPr>
          <p:spPr>
            <a:xfrm>
              <a:off x="7992208" y="3720220"/>
              <a:ext cx="89647" cy="8964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56" name="그룹 2055">
            <a:extLst>
              <a:ext uri="{FF2B5EF4-FFF2-40B4-BE49-F238E27FC236}">
                <a16:creationId xmlns:a16="http://schemas.microsoft.com/office/drawing/2014/main" id="{56A9707D-6073-1ECD-4BF2-1E595BDEB144}"/>
              </a:ext>
            </a:extLst>
          </p:cNvPr>
          <p:cNvGrpSpPr/>
          <p:nvPr/>
        </p:nvGrpSpPr>
        <p:grpSpPr>
          <a:xfrm>
            <a:off x="5979361" y="3442996"/>
            <a:ext cx="1936961" cy="246221"/>
            <a:chOff x="5485578" y="5950616"/>
            <a:chExt cx="1936961" cy="24622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CCBC0D-AA7E-9317-A85F-7C871C3A56D0}"/>
                </a:ext>
              </a:extLst>
            </p:cNvPr>
            <p:cNvSpPr/>
            <p:nvPr/>
          </p:nvSpPr>
          <p:spPr>
            <a:xfrm>
              <a:off x="5487381" y="5950616"/>
              <a:ext cx="1935158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4" name="화살표: 갈매기형 수장 2053">
              <a:extLst>
                <a:ext uri="{FF2B5EF4-FFF2-40B4-BE49-F238E27FC236}">
                  <a16:creationId xmlns:a16="http://schemas.microsoft.com/office/drawing/2014/main" id="{7E94DB98-2037-86F7-F95E-2F82AC4C1BA2}"/>
                </a:ext>
              </a:extLst>
            </p:cNvPr>
            <p:cNvSpPr/>
            <p:nvPr/>
          </p:nvSpPr>
          <p:spPr>
            <a:xfrm rot="5400000">
              <a:off x="7212735" y="6007449"/>
              <a:ext cx="70614" cy="132554"/>
            </a:xfrm>
            <a:prstGeom prst="chevron">
              <a:avLst>
                <a:gd name="adj" fmla="val 894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39511304-5759-D700-AC81-D40F77B397EB}"/>
                </a:ext>
              </a:extLst>
            </p:cNvPr>
            <p:cNvSpPr txBox="1"/>
            <p:nvPr/>
          </p:nvSpPr>
          <p:spPr>
            <a:xfrm>
              <a:off x="5485578" y="5958310"/>
              <a:ext cx="162312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ko-KR" altLang="en-US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옵션을 선택하세요</a:t>
              </a:r>
              <a:endParaRPr lang="en-US" altLang="ko-KR" sz="900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064" name="Picture 2">
            <a:extLst>
              <a:ext uri="{FF2B5EF4-FFF2-40B4-BE49-F238E27FC236}">
                <a16:creationId xmlns:a16="http://schemas.microsoft.com/office/drawing/2014/main" id="{A10FA060-CE88-3D54-6199-3553EFB75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056" y="6248919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4">
            <a:extLst>
              <a:ext uri="{FF2B5EF4-FFF2-40B4-BE49-F238E27FC236}">
                <a16:creationId xmlns:a16="http://schemas.microsoft.com/office/drawing/2014/main" id="{2E73602E-5C3B-5A2C-7ADD-068CA51B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100" y="6248919"/>
            <a:ext cx="1086205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2">
            <a:extLst>
              <a:ext uri="{FF2B5EF4-FFF2-40B4-BE49-F238E27FC236}">
                <a16:creationId xmlns:a16="http://schemas.microsoft.com/office/drawing/2014/main" id="{B7E7CF46-EB5B-2504-EC29-FC38960B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43" y="6248918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6">
            <a:extLst>
              <a:ext uri="{FF2B5EF4-FFF2-40B4-BE49-F238E27FC236}">
                <a16:creationId xmlns:a16="http://schemas.microsoft.com/office/drawing/2014/main" id="{CB6AE1EA-48A0-BCEB-D86F-7EFE9C773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86" y="6248918"/>
            <a:ext cx="1086206" cy="108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화살표: 갈매기형 수장 2068">
            <a:extLst>
              <a:ext uri="{FF2B5EF4-FFF2-40B4-BE49-F238E27FC236}">
                <a16:creationId xmlns:a16="http://schemas.microsoft.com/office/drawing/2014/main" id="{1ADE6732-451D-0BDA-D0F8-309EBBA57FF7}"/>
              </a:ext>
            </a:extLst>
          </p:cNvPr>
          <p:cNvSpPr/>
          <p:nvPr/>
        </p:nvSpPr>
        <p:spPr>
          <a:xfrm>
            <a:off x="8352909" y="6637967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70" name="화살표: 갈매기형 수장 2069">
            <a:extLst>
              <a:ext uri="{FF2B5EF4-FFF2-40B4-BE49-F238E27FC236}">
                <a16:creationId xmlns:a16="http://schemas.microsoft.com/office/drawing/2014/main" id="{E7CD5AFE-169B-8C7D-D0BA-0196976B3182}"/>
              </a:ext>
            </a:extLst>
          </p:cNvPr>
          <p:cNvSpPr/>
          <p:nvPr/>
        </p:nvSpPr>
        <p:spPr>
          <a:xfrm flipH="1">
            <a:off x="2558260" y="6651470"/>
            <a:ext cx="156754" cy="281774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B1B63D-2D7A-21AD-6C46-0D918AD27B3C}"/>
              </a:ext>
            </a:extLst>
          </p:cNvPr>
          <p:cNvCxnSpPr>
            <a:cxnSpLocks/>
          </p:cNvCxnSpPr>
          <p:nvPr/>
        </p:nvCxnSpPr>
        <p:spPr>
          <a:xfrm>
            <a:off x="2753901" y="6137811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EB581B28-2FD9-ED28-92C5-A616FA7685C4}"/>
              </a:ext>
            </a:extLst>
          </p:cNvPr>
          <p:cNvSpPr txBox="1"/>
          <p:nvPr/>
        </p:nvSpPr>
        <p:spPr>
          <a:xfrm>
            <a:off x="2753901" y="5846211"/>
            <a:ext cx="2365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Relation product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D299DB-766B-5334-576F-2FA18EF50AB1}"/>
              </a:ext>
            </a:extLst>
          </p:cNvPr>
          <p:cNvSpPr txBox="1"/>
          <p:nvPr/>
        </p:nvSpPr>
        <p:spPr>
          <a:xfrm>
            <a:off x="2700815" y="886537"/>
            <a:ext cx="30956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Home / </a:t>
            </a:r>
            <a:r>
              <a:rPr lang="en-US" altLang="ko-KR" sz="700" dirty="0" err="1"/>
              <a:t>piknic</a:t>
            </a:r>
            <a:r>
              <a:rPr lang="ko-KR" altLang="en-US" sz="700" dirty="0"/>
              <a:t>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edition  &gt;  </a:t>
            </a:r>
            <a:r>
              <a:rPr lang="en-US" altLang="ko-KR" sz="8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8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1C355-5484-6C1C-8CA9-C526C134558B}"/>
              </a:ext>
            </a:extLst>
          </p:cNvPr>
          <p:cNvSpPr txBox="1"/>
          <p:nvPr/>
        </p:nvSpPr>
        <p:spPr>
          <a:xfrm>
            <a:off x="7254894" y="2550479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dirty="0"/>
              <a:t>자세히</a:t>
            </a:r>
            <a:r>
              <a:rPr lang="en-US" altLang="ko-KR" sz="1000" dirty="0"/>
              <a:t> </a:t>
            </a:r>
            <a:r>
              <a:rPr lang="ko-KR" altLang="en-US" sz="1000" dirty="0"/>
              <a:t>보기</a:t>
            </a:r>
            <a:r>
              <a:rPr lang="en-US" altLang="ko-KR" sz="1000" b="1" dirty="0"/>
              <a:t>  V</a:t>
            </a:r>
            <a:r>
              <a:rPr lang="ko-KR" altLang="en-US" sz="1000" b="1" dirty="0"/>
              <a:t> </a:t>
            </a:r>
            <a:endParaRPr lang="en-US" altLang="ko-KR" sz="1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F0737-584C-B3B8-1DE0-C7AE5E34CC85}"/>
              </a:ext>
            </a:extLst>
          </p:cNvPr>
          <p:cNvSpPr txBox="1"/>
          <p:nvPr/>
        </p:nvSpPr>
        <p:spPr>
          <a:xfrm>
            <a:off x="7254894" y="3010859"/>
            <a:ext cx="13517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000" dirty="0"/>
              <a:t>자세히</a:t>
            </a:r>
            <a:r>
              <a:rPr lang="en-US" altLang="ko-KR" sz="1000" dirty="0"/>
              <a:t> </a:t>
            </a:r>
            <a:r>
              <a:rPr lang="ko-KR" altLang="en-US" sz="1000" dirty="0"/>
              <a:t>보기</a:t>
            </a:r>
            <a:r>
              <a:rPr lang="en-US" altLang="ko-KR" sz="1000" b="1" dirty="0"/>
              <a:t>  V</a:t>
            </a:r>
            <a:r>
              <a:rPr lang="ko-KR" altLang="en-US" sz="1000" b="1" dirty="0"/>
              <a:t> </a:t>
            </a:r>
            <a:endParaRPr lang="en-US" altLang="ko-KR" sz="1000" b="1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A65362-FC14-B4F2-0A7E-A99B0F1DA7C1}"/>
              </a:ext>
            </a:extLst>
          </p:cNvPr>
          <p:cNvGrpSpPr/>
          <p:nvPr/>
        </p:nvGrpSpPr>
        <p:grpSpPr>
          <a:xfrm>
            <a:off x="7286625" y="3781813"/>
            <a:ext cx="551672" cy="188755"/>
            <a:chOff x="5981164" y="4572373"/>
            <a:chExt cx="1004903" cy="24622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33C02C9-73A0-1B80-BB56-C28911D069B3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97BD15-84D1-5030-C0BC-8223F8FDF0F8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96DFAE6-31F8-CDAD-4865-EA1A88371C8E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78E0473-02AC-2B40-DD63-8CB62AD2E248}"/>
              </a:ext>
            </a:extLst>
          </p:cNvPr>
          <p:cNvSpPr txBox="1"/>
          <p:nvPr/>
        </p:nvSpPr>
        <p:spPr>
          <a:xfrm>
            <a:off x="5940778" y="375481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000" b="1" dirty="0"/>
              <a:t>White 1 size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63AA22-E566-FB61-57FA-7E78857B1E3F}"/>
              </a:ext>
            </a:extLst>
          </p:cNvPr>
          <p:cNvSpPr txBox="1"/>
          <p:nvPr/>
        </p:nvSpPr>
        <p:spPr>
          <a:xfrm>
            <a:off x="6718357" y="3754816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en-US" altLang="ko-KR" sz="1000" b="1" dirty="0"/>
              <a:t>43,000</a:t>
            </a:r>
            <a:r>
              <a:rPr lang="ko-KR" altLang="en-US" sz="1000" b="1" dirty="0"/>
              <a:t>원 ⓧ</a:t>
            </a:r>
            <a:endParaRPr lang="en-US" altLang="ko-KR" sz="1000" b="1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DC6208E-0A56-9F77-389B-38036FF13748}"/>
              </a:ext>
            </a:extLst>
          </p:cNvPr>
          <p:cNvCxnSpPr/>
          <p:nvPr/>
        </p:nvCxnSpPr>
        <p:spPr>
          <a:xfrm>
            <a:off x="5979361" y="4062116"/>
            <a:ext cx="272440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3F17F35-4ECD-DED3-7260-A5D3F7A43EAC}"/>
              </a:ext>
            </a:extLst>
          </p:cNvPr>
          <p:cNvGrpSpPr/>
          <p:nvPr/>
        </p:nvGrpSpPr>
        <p:grpSpPr>
          <a:xfrm>
            <a:off x="7286625" y="4151347"/>
            <a:ext cx="551672" cy="188755"/>
            <a:chOff x="5981164" y="4572373"/>
            <a:chExt cx="1004903" cy="24622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D0F9D06-98C7-1F87-DE3C-DA2FF5C41C01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E60CD91-535E-ABC3-E7F0-FC15593A89BC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2B4F5A0-1E9A-0649-761F-0BA396D3DCB3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DABE90E-DF69-B9D7-F52B-F07EA528A08E}"/>
              </a:ext>
            </a:extLst>
          </p:cNvPr>
          <p:cNvSpPr txBox="1"/>
          <p:nvPr/>
        </p:nvSpPr>
        <p:spPr>
          <a:xfrm>
            <a:off x="5940778" y="4133875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en-US" altLang="ko-KR" sz="1000" b="1" dirty="0"/>
              <a:t>Black 1 size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3E605B-E81C-3AFC-9218-14A9141782B0}"/>
              </a:ext>
            </a:extLst>
          </p:cNvPr>
          <p:cNvSpPr txBox="1"/>
          <p:nvPr/>
        </p:nvSpPr>
        <p:spPr>
          <a:xfrm>
            <a:off x="6718357" y="4133875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en-US" altLang="ko-KR" sz="1000" b="1" dirty="0"/>
              <a:t>43,000</a:t>
            </a:r>
            <a:r>
              <a:rPr lang="ko-KR" altLang="en-US" sz="1000" b="1" dirty="0"/>
              <a:t>원 ⓧ</a:t>
            </a:r>
            <a:endParaRPr lang="en-US" altLang="ko-KR" sz="1000" b="1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7A48DCD-E737-F124-30D9-42A9BF594E6A}"/>
              </a:ext>
            </a:extLst>
          </p:cNvPr>
          <p:cNvCxnSpPr/>
          <p:nvPr/>
        </p:nvCxnSpPr>
        <p:spPr>
          <a:xfrm>
            <a:off x="5979361" y="4924160"/>
            <a:ext cx="2724406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31B889A-00B4-9CE0-ED2A-618B8A1A0A4B}"/>
              </a:ext>
            </a:extLst>
          </p:cNvPr>
          <p:cNvSpPr txBox="1"/>
          <p:nvPr/>
        </p:nvSpPr>
        <p:spPr>
          <a:xfrm>
            <a:off x="6712773" y="4980277"/>
            <a:ext cx="1985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ko-KR" altLang="en-US" sz="1200" b="1" dirty="0">
                <a:solidFill>
                  <a:srgbClr val="C00000"/>
                </a:solidFill>
              </a:rPr>
              <a:t>총</a:t>
            </a:r>
            <a:r>
              <a:rPr lang="en-US" altLang="ko-KR" sz="1200" b="1" dirty="0">
                <a:solidFill>
                  <a:srgbClr val="C00000"/>
                </a:solidFill>
              </a:rPr>
              <a:t> 89,000</a:t>
            </a:r>
            <a:r>
              <a:rPr lang="ko-KR" altLang="en-US" sz="1200" b="1" dirty="0">
                <a:solidFill>
                  <a:srgbClr val="C00000"/>
                </a:solidFill>
              </a:rPr>
              <a:t>원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8B9CE78-EC7E-CDFC-5824-395C849F7711}"/>
              </a:ext>
            </a:extLst>
          </p:cNvPr>
          <p:cNvCxnSpPr/>
          <p:nvPr/>
        </p:nvCxnSpPr>
        <p:spPr>
          <a:xfrm>
            <a:off x="5979361" y="4481216"/>
            <a:ext cx="2724406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91470CF-6F16-AF23-5097-AB15253884D9}"/>
              </a:ext>
            </a:extLst>
          </p:cNvPr>
          <p:cNvSpPr txBox="1"/>
          <p:nvPr/>
        </p:nvSpPr>
        <p:spPr>
          <a:xfrm>
            <a:off x="5940778" y="4524658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l"/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배송비</a:t>
            </a:r>
            <a:endParaRPr lang="en-US" altLang="ko-K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A9701-4530-379B-F663-97B40C24D8D3}"/>
              </a:ext>
            </a:extLst>
          </p:cNvPr>
          <p:cNvSpPr txBox="1"/>
          <p:nvPr/>
        </p:nvSpPr>
        <p:spPr>
          <a:xfrm>
            <a:off x="6718357" y="4524658"/>
            <a:ext cx="198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3,000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원</a:t>
            </a:r>
            <a:endParaRPr lang="en-US" altLang="ko-KR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7D19FB-BC3A-47BF-ED0B-EBA169C701FF}"/>
              </a:ext>
            </a:extLst>
          </p:cNvPr>
          <p:cNvSpPr/>
          <p:nvPr/>
        </p:nvSpPr>
        <p:spPr>
          <a:xfrm>
            <a:off x="237716" y="733474"/>
            <a:ext cx="8515759" cy="6880736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AB685A7-045A-596C-66E9-846CE60EE06B}"/>
              </a:ext>
            </a:extLst>
          </p:cNvPr>
          <p:cNvGrpSpPr/>
          <p:nvPr/>
        </p:nvGrpSpPr>
        <p:grpSpPr>
          <a:xfrm>
            <a:off x="1052748" y="2790497"/>
            <a:ext cx="3349522" cy="1074834"/>
            <a:chOff x="3013351" y="1047757"/>
            <a:chExt cx="3349522" cy="107483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AA84725-CCB3-59EB-6138-37B4FA431EE2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A5542F-023C-C10C-B700-A7A962F8EDE4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C3378C7-9483-584E-A2FA-9EA6706574C4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69239F-BDE6-15C0-A705-B6A6B371E926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선택한 옵션이 없습니다</a:t>
              </a:r>
              <a:r>
                <a:rPr lang="en-US" altLang="ko-KR" sz="900" dirty="0"/>
                <a:t>. </a:t>
              </a:r>
              <a:r>
                <a:rPr lang="ko-KR" altLang="en-US" sz="900" dirty="0"/>
                <a:t>옵션을 선택하세요</a:t>
              </a:r>
            </a:p>
          </p:txBody>
        </p:sp>
      </p:grpSp>
      <p:sp>
        <p:nvSpPr>
          <p:cNvPr id="38" name="AutoShape 256">
            <a:extLst>
              <a:ext uri="{FF2B5EF4-FFF2-40B4-BE49-F238E27FC236}">
                <a16:creationId xmlns:a16="http://schemas.microsoft.com/office/drawing/2014/main" id="{94AF7FB6-5201-A892-5194-FD10FFC40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367" y="27642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0F33953-382B-865C-8B34-029E4AA582C0}"/>
              </a:ext>
            </a:extLst>
          </p:cNvPr>
          <p:cNvGrpSpPr/>
          <p:nvPr/>
        </p:nvGrpSpPr>
        <p:grpSpPr>
          <a:xfrm>
            <a:off x="4740202" y="2790497"/>
            <a:ext cx="3349522" cy="1074834"/>
            <a:chOff x="3013351" y="1047757"/>
            <a:chExt cx="3349522" cy="1074834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603D094-8FBD-3DE5-1F6E-A12B12D17490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C8C60C4-16C6-EA1F-2179-E78A6FB73EC7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F80AC8D-3939-E711-9D0E-A0BC0E45F398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CD7611F-6584-C476-7856-219B1616655E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이미 선택한 옵션입니다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45" name="AutoShape 256">
            <a:extLst>
              <a:ext uri="{FF2B5EF4-FFF2-40B4-BE49-F238E27FC236}">
                <a16:creationId xmlns:a16="http://schemas.microsoft.com/office/drawing/2014/main" id="{97326EA4-C46D-A5E0-F0CB-D4871FA77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551" y="276422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1C4B5E6-2579-3424-5973-CC502B756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182353"/>
              </p:ext>
            </p:extLst>
          </p:nvPr>
        </p:nvGraphicFramePr>
        <p:xfrm>
          <a:off x="8829675" y="752260"/>
          <a:ext cx="3095625" cy="325884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구매하기 오류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 옵션 없이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order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 클릭 시 해당 내용의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중복 안내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셀렉트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박스에서 선택한 옵션을 중복 선택 했을 경우 해당 내용의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47" name="직사각형 46">
            <a:extLst>
              <a:ext uri="{FF2B5EF4-FFF2-40B4-BE49-F238E27FC236}">
                <a16:creationId xmlns:a16="http://schemas.microsoft.com/office/drawing/2014/main" id="{E40F8538-F5D1-AEDB-0FA3-A174C6D3CBEA}"/>
              </a:ext>
            </a:extLst>
          </p:cNvPr>
          <p:cNvSpPr/>
          <p:nvPr/>
        </p:nvSpPr>
        <p:spPr>
          <a:xfrm>
            <a:off x="8960184" y="4419109"/>
            <a:ext cx="2965116" cy="383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상세페이지 </a:t>
            </a:r>
            <a:r>
              <a:rPr lang="ko-KR" altLang="en-US" sz="1600" dirty="0" err="1"/>
              <a:t>알럿창</a:t>
            </a:r>
            <a:r>
              <a:rPr lang="ko-KR" altLang="en-US" sz="1600" dirty="0"/>
              <a:t> 추가 완료</a:t>
            </a:r>
          </a:p>
        </p:txBody>
      </p:sp>
    </p:spTree>
    <p:extLst>
      <p:ext uri="{BB962C8B-B14F-4D97-AF65-F5344CB8AC3E}">
        <p14:creationId xmlns:p14="http://schemas.microsoft.com/office/powerpoint/2010/main" val="1198410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2-1.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</a:t>
            </a:r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093610"/>
              </p:ext>
            </p:extLst>
          </p:nvPr>
        </p:nvGraphicFramePr>
        <p:xfrm>
          <a:off x="8829675" y="752260"/>
          <a:ext cx="3095625" cy="476821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상품 상세 페이지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상세페이지 구성 정보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1.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최상단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메뉴 네비게이션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슬라이드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3.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4.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옵션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수량 선택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5.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바로구매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6.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관련상품 리스트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7.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상품상세정보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에디터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유튜브 영상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</a:rPr>
                        <a:t>*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</a:rPr>
                        <a:t>등록 선택사항</a:t>
                      </a:r>
                      <a:r>
                        <a:rPr lang="en-US" altLang="ko-KR" sz="800" b="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C00000"/>
                          </a:solidFill>
                        </a:rPr>
                        <a:t>미등록 시 해당영역 노출 안됨</a:t>
                      </a:r>
                      <a:endParaRPr lang="en-US" altLang="ko-KR" sz="800" b="0"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   영역으로 구성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 등록관리 항목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가격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요약정보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배송정보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 옵션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관련 상품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상세정보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텍스트 및 이미지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HTML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등 에디터 등록관리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에디터 영역 하단에 유튜브 영상 노출 등록관리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관리자 등록 선택사항으로 미등록 시 해당 영역은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노출안됨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CBFB1F-7EE4-0A25-CA0C-6FBA48613D81}"/>
              </a:ext>
            </a:extLst>
          </p:cNvPr>
          <p:cNvCxnSpPr>
            <a:cxnSpLocks/>
          </p:cNvCxnSpPr>
          <p:nvPr/>
        </p:nvCxnSpPr>
        <p:spPr>
          <a:xfrm>
            <a:off x="2753901" y="1266477"/>
            <a:ext cx="563060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E65E2B-66F6-3A12-243D-FBAC36A9F2AB}"/>
              </a:ext>
            </a:extLst>
          </p:cNvPr>
          <p:cNvSpPr txBox="1"/>
          <p:nvPr/>
        </p:nvSpPr>
        <p:spPr>
          <a:xfrm>
            <a:off x="2753901" y="974877"/>
            <a:ext cx="2365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4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Detail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F7F1E1-5F67-486D-7BB3-2DEDFE34FF06}"/>
              </a:ext>
            </a:extLst>
          </p:cNvPr>
          <p:cNvSpPr/>
          <p:nvPr/>
        </p:nvSpPr>
        <p:spPr>
          <a:xfrm>
            <a:off x="2753901" y="1429287"/>
            <a:ext cx="5630603" cy="34381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에디터</a:t>
            </a:r>
            <a:r>
              <a:rPr lang="en-US" altLang="ko-KR" dirty="0"/>
              <a:t> </a:t>
            </a:r>
            <a:r>
              <a:rPr lang="ko-KR" altLang="en-US" dirty="0"/>
              <a:t>등록 영역</a:t>
            </a:r>
          </a:p>
        </p:txBody>
      </p:sp>
      <p:sp>
        <p:nvSpPr>
          <p:cNvPr id="51" name="AutoShape 256">
            <a:extLst>
              <a:ext uri="{FF2B5EF4-FFF2-40B4-BE49-F238E27FC236}">
                <a16:creationId xmlns:a16="http://schemas.microsoft.com/office/drawing/2014/main" id="{48902A74-DFBF-3E75-2C65-43E392AED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812" y="7989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DDC8E43-D68A-C5FF-1F3E-94E817534BCB}"/>
              </a:ext>
            </a:extLst>
          </p:cNvPr>
          <p:cNvGrpSpPr/>
          <p:nvPr/>
        </p:nvGrpSpPr>
        <p:grpSpPr>
          <a:xfrm>
            <a:off x="3375531" y="5035639"/>
            <a:ext cx="4387344" cy="2015904"/>
            <a:chOff x="262550" y="1896962"/>
            <a:chExt cx="8519311" cy="4507192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B689904-91F3-F2A2-8E15-5614C002DDA1}"/>
                </a:ext>
              </a:extLst>
            </p:cNvPr>
            <p:cNvCxnSpPr>
              <a:cxnSpLocks/>
            </p:cNvCxnSpPr>
            <p:nvPr/>
          </p:nvCxnSpPr>
          <p:spPr>
            <a:xfrm>
              <a:off x="262550" y="1896962"/>
              <a:ext cx="8492151" cy="450719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195C586-62F0-909F-917C-8F9CC0FD32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550" y="1904582"/>
              <a:ext cx="8519311" cy="449957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2F71DAA-00ED-87EC-C512-08CA6699C440}"/>
                </a:ext>
              </a:extLst>
            </p:cNvPr>
            <p:cNvSpPr/>
            <p:nvPr/>
          </p:nvSpPr>
          <p:spPr>
            <a:xfrm>
              <a:off x="262550" y="1904582"/>
              <a:ext cx="8492151" cy="4499572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076" name="Picture 4" descr="유튜브 - 무료 소셜 미디어개 아이콘">
            <a:extLst>
              <a:ext uri="{FF2B5EF4-FFF2-40B4-BE49-F238E27FC236}">
                <a16:creationId xmlns:a16="http://schemas.microsoft.com/office/drawing/2014/main" id="{A41E2663-FCA9-A103-4E57-34B24CD53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973" y="5772849"/>
            <a:ext cx="534471" cy="53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A50ADE9-B107-7CD3-2001-89F063A00E19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BF27A2F-81D4-C4DC-E17F-1071D7CAFB3E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815E719-47CC-3006-4EC2-50CF63554551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ECB47AE-B3DF-389C-C330-36D974842112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3EDE7AD-7E01-E096-BC80-122B2003255A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98A6F7-1835-A94C-33DE-2FB11B5A2A5E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B7A374-E2BF-B55E-D0C2-751BE1BA27BA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961282-C2E3-54E5-4DCD-F2D64F0E7903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A81ABA0A-EF49-8E75-C0A2-6E74BFE41EA1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D4BC2410-A7D0-7CAB-C754-0ABDE34438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AC6E04A5-1D3C-9E40-1D47-4920D8FCB0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AF57240-F0F8-4704-8214-CA005DFBE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2D2CD1F-5DF0-0128-A681-573E144B2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EB4234E-3024-7A35-9E5D-A7F780E27336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3B3D2B7-D6AD-FDD6-5804-99A89B8567C6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4ED8C4-2D30-BD0D-B5B2-A7A5BF614FD9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BE668D-2411-C710-4BE9-B36DADC60B96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CAC17D-4E77-4ECB-7752-4CCCF9426D19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76FC248-ADAF-2E2C-69AD-582CE7B613FE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6CFB0C-3DF4-F155-214C-454908332612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EA36EAC-9A56-710E-D504-CF73B57838D6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E45925-A488-04F1-D686-A2C6856CD474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B07899B-FB0A-1A9C-391B-04DF535B3598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2841EB1-CA13-F4A4-2953-5B8802CB58F1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3072" name="그룹 3071">
              <a:extLst>
                <a:ext uri="{FF2B5EF4-FFF2-40B4-BE49-F238E27FC236}">
                  <a16:creationId xmlns:a16="http://schemas.microsoft.com/office/drawing/2014/main" id="{960FEC7A-AD79-444F-5F3F-B1C84D677C7A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3077" name="TextBox 3076">
                <a:extLst>
                  <a:ext uri="{FF2B5EF4-FFF2-40B4-BE49-F238E27FC236}">
                    <a16:creationId xmlns:a16="http://schemas.microsoft.com/office/drawing/2014/main" id="{CCF8426A-3B1D-00C0-74B9-E007A0FC8280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3078" name="TextBox 3077">
                <a:extLst>
                  <a:ext uri="{FF2B5EF4-FFF2-40B4-BE49-F238E27FC236}">
                    <a16:creationId xmlns:a16="http://schemas.microsoft.com/office/drawing/2014/main" id="{BB838215-B8A3-387F-9324-880BDE2C7D18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3079" name="TextBox 3078">
                <a:extLst>
                  <a:ext uri="{FF2B5EF4-FFF2-40B4-BE49-F238E27FC236}">
                    <a16:creationId xmlns:a16="http://schemas.microsoft.com/office/drawing/2014/main" id="{2B721787-4A0C-AED1-F6C6-86009EB96A14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3080" name="TextBox 3079">
                <a:extLst>
                  <a:ext uri="{FF2B5EF4-FFF2-40B4-BE49-F238E27FC236}">
                    <a16:creationId xmlns:a16="http://schemas.microsoft.com/office/drawing/2014/main" id="{0C3381E9-750E-F1FE-D8C9-FD70C526B5BD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3075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48A1C3BA-75AB-33E3-2D4B-70F0E6E46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143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2-2.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</a:t>
            </a:r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573627"/>
              </p:ext>
            </p:extLst>
          </p:nvPr>
        </p:nvGraphicFramePr>
        <p:xfrm>
          <a:off x="8829675" y="752260"/>
          <a:ext cx="3095625" cy="398351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구매하기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옵션 확인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결제정보 입력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 기능 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 페이지에서 주문 시 동일한 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구매상품정보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이미지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영역내 등록한 비율로 노출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상품명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옵션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수량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판매가 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주문자 정보 입력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빈칸 기본값 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 정보와 동일 체크박스 클릭 시 해당 회원의 정보 자동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비회원의 경우 체크박스 클릭 시 빈칸 유지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체크 박스 선택 시 자동입력으로 변경 가능할까요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?)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수정하여 적용하였습니다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주문하기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선택된 상품의 수량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 금액 기준으로 구매 페이지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(2-4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B81CD8C-841B-CEB7-A86B-16CD492F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407561"/>
              </p:ext>
            </p:extLst>
          </p:nvPr>
        </p:nvGraphicFramePr>
        <p:xfrm>
          <a:off x="2619179" y="1939355"/>
          <a:ext cx="6044944" cy="25221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60938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825178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1148664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725843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284321">
                  <a:extLst>
                    <a:ext uri="{9D8B030D-6E8A-4147-A177-3AD203B41FA5}">
                      <a16:colId xmlns:a16="http://schemas.microsoft.com/office/drawing/2014/main" val="1140008941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79901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kern="1200" dirty="0" err="1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piknic</a:t>
                      </a:r>
                      <a:r>
                        <a:rPr lang="en-US" altLang="ko-KR" sz="10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White 1 size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43,000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kern="1200" dirty="0" err="1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piknic</a:t>
                      </a:r>
                      <a:r>
                        <a:rPr lang="en-US" altLang="ko-KR" sz="1000" b="1" kern="1200" dirty="0">
                          <a:solidFill>
                            <a:srgbClr val="404040"/>
                          </a:solidFill>
                          <a:latin typeface="+mn-lt"/>
                          <a:ea typeface="+mn-ea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Black 1 size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43,000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920391"/>
                  </a:ext>
                </a:extLst>
              </a:tr>
              <a:tr h="22361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배송비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000" b="1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3,000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467441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최종 결제 금액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89,000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9048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507AE7ED-8D75-64DA-9166-CE86546C576E}"/>
              </a:ext>
            </a:extLst>
          </p:cNvPr>
          <p:cNvSpPr txBox="1"/>
          <p:nvPr/>
        </p:nvSpPr>
        <p:spPr>
          <a:xfrm>
            <a:off x="2571438" y="5112370"/>
            <a:ext cx="15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2. </a:t>
            </a:r>
            <a:r>
              <a:rPr lang="ko-KR" altLang="en-US" sz="1200" b="1" dirty="0"/>
              <a:t>주문자 정보 입력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6337C6-D313-C37C-B411-0032F2D4FDE7}"/>
              </a:ext>
            </a:extLst>
          </p:cNvPr>
          <p:cNvSpPr txBox="1"/>
          <p:nvPr/>
        </p:nvSpPr>
        <p:spPr>
          <a:xfrm>
            <a:off x="2571438" y="1577362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구매상품 정보</a:t>
            </a:r>
          </a:p>
        </p:txBody>
      </p:sp>
      <p:graphicFrame>
        <p:nvGraphicFramePr>
          <p:cNvPr id="39" name="표 5">
            <a:extLst>
              <a:ext uri="{FF2B5EF4-FFF2-40B4-BE49-F238E27FC236}">
                <a16:creationId xmlns:a16="http://schemas.microsoft.com/office/drawing/2014/main" id="{A5A925BC-8748-42FA-F19F-D628E6278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284918"/>
              </p:ext>
            </p:extLst>
          </p:nvPr>
        </p:nvGraphicFramePr>
        <p:xfrm>
          <a:off x="2706821" y="5552371"/>
          <a:ext cx="5810051" cy="1183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776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4736275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휴대폰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278800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082DD9FD-F637-A8C6-9713-E6E78B06B492}"/>
              </a:ext>
            </a:extLst>
          </p:cNvPr>
          <p:cNvSpPr/>
          <p:nvPr/>
        </p:nvSpPr>
        <p:spPr>
          <a:xfrm>
            <a:off x="3797019" y="5621991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950CAF-AF2D-9E8F-93B1-B339B5313E81}"/>
              </a:ext>
            </a:extLst>
          </p:cNvPr>
          <p:cNvSpPr/>
          <p:nvPr/>
        </p:nvSpPr>
        <p:spPr>
          <a:xfrm>
            <a:off x="3797019" y="6008853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6CF0F6B-B73F-6F79-32F5-4FCF6C84429C}"/>
              </a:ext>
            </a:extLst>
          </p:cNvPr>
          <p:cNvSpPr/>
          <p:nvPr/>
        </p:nvSpPr>
        <p:spPr>
          <a:xfrm>
            <a:off x="3797019" y="6404506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AutoShape 256">
            <a:extLst>
              <a:ext uri="{FF2B5EF4-FFF2-40B4-BE49-F238E27FC236}">
                <a16:creationId xmlns:a16="http://schemas.microsoft.com/office/drawing/2014/main" id="{1184664C-782F-E0EF-0C88-632634CE3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576" y="166220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4" name="AutoShape 256">
            <a:extLst>
              <a:ext uri="{FF2B5EF4-FFF2-40B4-BE49-F238E27FC236}">
                <a16:creationId xmlns:a16="http://schemas.microsoft.com/office/drawing/2014/main" id="{E1D5267A-34BC-3A9B-08FD-223EF3E35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917" y="51697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411DB7-3FA3-045A-95E4-D4A7FABD7AF0}"/>
              </a:ext>
            </a:extLst>
          </p:cNvPr>
          <p:cNvSpPr txBox="1"/>
          <p:nvPr/>
        </p:nvSpPr>
        <p:spPr>
          <a:xfrm>
            <a:off x="2408658" y="1219689"/>
            <a:ext cx="271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600" b="1" dirty="0">
                <a:solidFill>
                  <a:srgbClr val="404040"/>
                </a:solidFill>
              </a:rPr>
              <a:t>구매하기</a:t>
            </a:r>
            <a:endParaRPr lang="en-US" altLang="ko-KR" sz="1600" b="1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E29EDB07-2699-0137-ACF5-6CEC70888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62" y="2357517"/>
            <a:ext cx="585445" cy="58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DED0307-8613-0B98-660B-207B91FB7068}"/>
              </a:ext>
            </a:extLst>
          </p:cNvPr>
          <p:cNvSpPr txBox="1"/>
          <p:nvPr/>
        </p:nvSpPr>
        <p:spPr>
          <a:xfrm>
            <a:off x="2700815" y="886537"/>
            <a:ext cx="30956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Home / </a:t>
            </a:r>
            <a:r>
              <a:rPr lang="en-US" altLang="ko-KR" sz="700" dirty="0" err="1"/>
              <a:t>piknic</a:t>
            </a:r>
            <a:r>
              <a:rPr lang="ko-KR" altLang="en-US" sz="700" dirty="0"/>
              <a:t> </a:t>
            </a:r>
            <a:r>
              <a:rPr lang="en-US" altLang="ko-KR" sz="7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altLang="ko-KR" sz="700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edition  &gt;  </a:t>
            </a:r>
            <a:r>
              <a:rPr lang="en-US" altLang="ko-KR" sz="800" b="1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8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T-shirts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B2B9A-DC35-0D45-A672-1E191BA2BA7E}"/>
              </a:ext>
            </a:extLst>
          </p:cNvPr>
          <p:cNvSpPr txBox="1"/>
          <p:nvPr/>
        </p:nvSpPr>
        <p:spPr>
          <a:xfrm>
            <a:off x="4306971" y="5106495"/>
            <a:ext cx="10727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 정보와 동일</a:t>
            </a:r>
            <a:endParaRPr lang="ko-KR" altLang="en-US" sz="900" u="sng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727FEF-A58A-AB17-DB15-0AFB94AA6953}"/>
              </a:ext>
            </a:extLst>
          </p:cNvPr>
          <p:cNvSpPr/>
          <p:nvPr/>
        </p:nvSpPr>
        <p:spPr>
          <a:xfrm>
            <a:off x="4181984" y="5150751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42AEB9F-8629-28F7-2581-002AB8D35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62" y="3165171"/>
            <a:ext cx="585445" cy="58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1E68AD0-EB1B-50DB-1896-CAC6965A4200}"/>
              </a:ext>
            </a:extLst>
          </p:cNvPr>
          <p:cNvGrpSpPr/>
          <p:nvPr/>
        </p:nvGrpSpPr>
        <p:grpSpPr>
          <a:xfrm>
            <a:off x="6754043" y="2603767"/>
            <a:ext cx="551672" cy="188755"/>
            <a:chOff x="5981164" y="4572373"/>
            <a:chExt cx="1004903" cy="246221"/>
          </a:xfrm>
          <a:solidFill>
            <a:schemeClr val="bg1"/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D648B4C-29EC-4CB9-C70C-00E3299A6008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9B2AF87-DDB4-DB8B-976E-CC165B5A5AC5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0F1EF51-3027-23D0-5236-6A666BE4F28F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3E28184-C622-A249-9F6C-30F4D74D8426}"/>
              </a:ext>
            </a:extLst>
          </p:cNvPr>
          <p:cNvGrpSpPr/>
          <p:nvPr/>
        </p:nvGrpSpPr>
        <p:grpSpPr>
          <a:xfrm>
            <a:off x="6754043" y="3361802"/>
            <a:ext cx="551672" cy="188755"/>
            <a:chOff x="5981164" y="4572373"/>
            <a:chExt cx="1004903" cy="246221"/>
          </a:xfrm>
          <a:solidFill>
            <a:schemeClr val="bg1"/>
          </a:solidFill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42F723A-4037-3481-C0F7-A5DE23778AD7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03361A3-6D5D-E9E1-3DD2-826D730F55BB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4E0223D-C287-AEDB-FDE4-BA4773C6966C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AutoShape 256">
            <a:extLst>
              <a:ext uri="{FF2B5EF4-FFF2-40B4-BE49-F238E27FC236}">
                <a16:creationId xmlns:a16="http://schemas.microsoft.com/office/drawing/2014/main" id="{AF968B6F-8F52-EB69-2B48-FFDCD4E5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186" y="245283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F11E248-5B0A-41CB-8820-7F0952A7BB98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883DF94-908E-72FE-B31E-1DF3BB2FA50E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9B06EAC-9750-B6E7-9DEA-D0D21B3F8136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4EC483D-E9D2-3CAE-41E6-F4192F8698BB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09DA66D-CAF9-791F-7F84-1EB8A77CDE12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546651-7F46-014C-5970-77F152E41129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9EBDDEF-D017-7F35-9247-86F2402CA0AD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BC2659-0D2A-AF1F-A72E-3BCE490E18B9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2A465A0E-C734-44D1-E83E-A3BA46CD87CA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63" name="Picture 2" descr="로그인 - 무료 사람들개 아이콘">
              <a:extLst>
                <a:ext uri="{FF2B5EF4-FFF2-40B4-BE49-F238E27FC236}">
                  <a16:creationId xmlns:a16="http://schemas.microsoft.com/office/drawing/2014/main" id="{3CD442B8-4BBD-6B32-BE55-0A37289612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04754E54-A585-7DC9-2D08-E61200B5E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63FBA4C6-028C-FB5B-51CE-EF6F55DA9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01488D23-D5DD-4C06-7D67-064F24BA6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DE36886-7AE3-78EA-75E9-E1BFAAD7903B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8560EB6D-DEC9-FB41-84E5-5510C3437EAF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86805E6-F1AC-ECD2-752B-166513CE4D26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075E3E9-EA3B-8943-5836-312B0D3A3122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0CC3AA2-5AA7-03A7-354A-7FA40338867D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45501B6-264D-B113-6184-D614D29CEDBD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CCFE962-15BC-4A22-03AB-0D8C575FF24D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E4F000D-1EA6-BD88-DB89-44DFD569F5EE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A27C3CE-A600-038C-1352-09BACC4CF5D0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8C0F12A-CA49-1668-B9F2-B44D01B8615F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2124147-74AA-6852-BA27-BF08625BF189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2FD28822-8EFF-26AC-7F36-45DB88A626AF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C995A0D-C5B9-3E77-07D6-EFCC2B10B220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222662D-05A8-0441-B80A-53B1D4450E02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EAD3989-A18D-82F0-5765-54A4AD091204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8989D39-1392-5DA0-E8B7-91EDF5B0F5E0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83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53D42232-7F33-3B04-5F5C-72748F37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09180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2-2.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</a:t>
            </a:r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517697"/>
              </p:ext>
            </p:extLst>
          </p:nvPr>
        </p:nvGraphicFramePr>
        <p:xfrm>
          <a:off x="8829675" y="752260"/>
          <a:ext cx="3095625" cy="463259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구매하기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구매하기 페이지로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 페이지에서 주문 시 동일한 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주문자 정보와 동일 체크박스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체크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2.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주문자 정보와 동일한 정보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배송주소 입력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주소검색을 눌러 주소 찾기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도로명 또는 지번주소로 주소를 입력하여 찾기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우편번호와 기본주소 자동입력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상세주소는 구매자가 직접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예시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  <a:hlinkClick r:id="rId3"/>
                        </a:rPr>
                        <a:t>http://www.linklow.kr/member/join.php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개인정보처리방침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전체 동의 체크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모두 전체 체크됨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전문보기 클릭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전문내용 팝업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전문 내용은 관리자에서 작성 및 수정 등 관리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팝업예시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  <a:hlinkClick r:id="rId4"/>
                        </a:rPr>
                        <a:t>https://n-ymarket.co.kr/order/order_sheet.php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노란마켓과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동일하게 배경이 어두워지며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얼럿창이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뜨는 것으로 인지하겠습니다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&gt;&gt; 25</a:t>
                      </a:r>
                      <a:r>
                        <a:rPr lang="ko-KR" altLang="en-US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번 슬라이드 참고 바랍니다</a:t>
                      </a:r>
                      <a:r>
                        <a:rPr lang="en-US" altLang="ko-KR" sz="800" b="1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B3C83E4-CE76-3FDD-2782-D0D3D26EA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45048"/>
              </p:ext>
            </p:extLst>
          </p:nvPr>
        </p:nvGraphicFramePr>
        <p:xfrm>
          <a:off x="2932611" y="1562100"/>
          <a:ext cx="5799508" cy="242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66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4593847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휴대폰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45293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278800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085370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84726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</a:rPr>
                        <a:t>배송메세지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569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35AF0-728A-CF62-83E6-D85D3B81F976}"/>
              </a:ext>
            </a:extLst>
          </p:cNvPr>
          <p:cNvSpPr txBox="1"/>
          <p:nvPr/>
        </p:nvSpPr>
        <p:spPr>
          <a:xfrm>
            <a:off x="2797228" y="939357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3. </a:t>
            </a:r>
            <a:r>
              <a:rPr lang="ko-KR" altLang="en-US" sz="1200" b="1" dirty="0"/>
              <a:t>배송정보 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9F89FA-71C4-E684-92FA-00B49B3DCB67}"/>
              </a:ext>
            </a:extLst>
          </p:cNvPr>
          <p:cNvSpPr/>
          <p:nvPr/>
        </p:nvSpPr>
        <p:spPr>
          <a:xfrm>
            <a:off x="4022809" y="1631720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00C558-2FA5-94EA-2EFF-37944C1CFB3C}"/>
              </a:ext>
            </a:extLst>
          </p:cNvPr>
          <p:cNvSpPr/>
          <p:nvPr/>
        </p:nvSpPr>
        <p:spPr>
          <a:xfrm>
            <a:off x="4022809" y="2018582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34F8C0-583C-FCF1-002C-82D56AD3D28A}"/>
              </a:ext>
            </a:extLst>
          </p:cNvPr>
          <p:cNvSpPr/>
          <p:nvPr/>
        </p:nvSpPr>
        <p:spPr>
          <a:xfrm>
            <a:off x="4022809" y="2414235"/>
            <a:ext cx="916797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우편번호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5466B7-E43A-56FD-57BF-46B5A63DF9B5}"/>
              </a:ext>
            </a:extLst>
          </p:cNvPr>
          <p:cNvSpPr txBox="1"/>
          <p:nvPr/>
        </p:nvSpPr>
        <p:spPr>
          <a:xfrm>
            <a:off x="3148731" y="1280879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주문자 정보와 동일</a:t>
            </a:r>
            <a:endParaRPr lang="ko-KR" altLang="en-US" sz="900" u="sng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E17DF3F-1000-6E06-789F-E5D9F22DCED3}"/>
              </a:ext>
            </a:extLst>
          </p:cNvPr>
          <p:cNvSpPr/>
          <p:nvPr/>
        </p:nvSpPr>
        <p:spPr>
          <a:xfrm>
            <a:off x="3023744" y="1325135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54473DA-AF82-3365-743A-71CB03924241}"/>
              </a:ext>
            </a:extLst>
          </p:cNvPr>
          <p:cNvSpPr/>
          <p:nvPr/>
        </p:nvSpPr>
        <p:spPr>
          <a:xfrm>
            <a:off x="5077886" y="2414235"/>
            <a:ext cx="916797" cy="2622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주소검색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426A72A-C18C-2734-9493-8CA634CF4DC7}"/>
              </a:ext>
            </a:extLst>
          </p:cNvPr>
          <p:cNvSpPr/>
          <p:nvPr/>
        </p:nvSpPr>
        <p:spPr>
          <a:xfrm>
            <a:off x="4022809" y="2783512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기본주소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1F8DB4-6681-FD80-B34C-4C2EA47E4C47}"/>
              </a:ext>
            </a:extLst>
          </p:cNvPr>
          <p:cNvSpPr/>
          <p:nvPr/>
        </p:nvSpPr>
        <p:spPr>
          <a:xfrm>
            <a:off x="4022809" y="3152789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상세주소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C102E1-9234-183E-BF08-E6B101817FAA}"/>
              </a:ext>
            </a:extLst>
          </p:cNvPr>
          <p:cNvSpPr/>
          <p:nvPr/>
        </p:nvSpPr>
        <p:spPr>
          <a:xfrm>
            <a:off x="4022809" y="3601198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1386ED-5772-549C-33D0-2D9DA66F1F8E}"/>
              </a:ext>
            </a:extLst>
          </p:cNvPr>
          <p:cNvSpPr txBox="1"/>
          <p:nvPr/>
        </p:nvSpPr>
        <p:spPr>
          <a:xfrm>
            <a:off x="2805456" y="4137314"/>
            <a:ext cx="1600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4. </a:t>
            </a:r>
            <a:r>
              <a:rPr lang="ko-KR" altLang="en-US" sz="1200" b="1" dirty="0"/>
              <a:t>개인정보처리방침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471311-256C-BC14-531E-A6C37BE0F8C3}"/>
              </a:ext>
            </a:extLst>
          </p:cNvPr>
          <p:cNvSpPr txBox="1"/>
          <p:nvPr/>
        </p:nvSpPr>
        <p:spPr>
          <a:xfrm>
            <a:off x="3033867" y="443501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전체동의</a:t>
            </a:r>
            <a:endParaRPr lang="ko-KR" altLang="en-US" sz="900" u="sng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CB8031-B3C1-4686-72F2-0946A7B6D7EA}"/>
              </a:ext>
            </a:extLst>
          </p:cNvPr>
          <p:cNvSpPr/>
          <p:nvPr/>
        </p:nvSpPr>
        <p:spPr>
          <a:xfrm>
            <a:off x="2908880" y="4479269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BE4D7A-2D2E-CA2E-6D7D-2FA16082B68C}"/>
              </a:ext>
            </a:extLst>
          </p:cNvPr>
          <p:cNvSpPr txBox="1"/>
          <p:nvPr/>
        </p:nvSpPr>
        <p:spPr>
          <a:xfrm>
            <a:off x="3033867" y="4689990"/>
            <a:ext cx="36375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필수</a:t>
            </a:r>
            <a:r>
              <a:rPr lang="en-US" altLang="ko-KR" sz="900" dirty="0"/>
              <a:t>)</a:t>
            </a:r>
            <a:r>
              <a:rPr lang="ko-KR" altLang="en-US" sz="900" dirty="0"/>
              <a:t>주식회사 </a:t>
            </a:r>
            <a:r>
              <a:rPr lang="ko-KR" altLang="en-US" sz="900" dirty="0" err="1"/>
              <a:t>글린트의</a:t>
            </a:r>
            <a:r>
              <a:rPr lang="ko-KR" altLang="en-US" sz="900" dirty="0"/>
              <a:t> 정책 및 이용약관에 동의합니다</a:t>
            </a:r>
            <a:r>
              <a:rPr lang="en-US" altLang="ko-KR" sz="900" dirty="0"/>
              <a:t>. </a:t>
            </a:r>
            <a:r>
              <a:rPr lang="ko-KR" altLang="en-US" sz="900" u="sng" dirty="0"/>
              <a:t>전문보기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55109EA-91A7-B44D-9508-5C535A1A13D0}"/>
              </a:ext>
            </a:extLst>
          </p:cNvPr>
          <p:cNvSpPr/>
          <p:nvPr/>
        </p:nvSpPr>
        <p:spPr>
          <a:xfrm>
            <a:off x="2908880" y="4734246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B04E70-5330-BF4C-3485-CEA30FCE2E18}"/>
              </a:ext>
            </a:extLst>
          </p:cNvPr>
          <p:cNvSpPr txBox="1"/>
          <p:nvPr/>
        </p:nvSpPr>
        <p:spPr>
          <a:xfrm>
            <a:off x="3033867" y="4953760"/>
            <a:ext cx="30957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선택</a:t>
            </a:r>
            <a:r>
              <a:rPr lang="en-US" altLang="ko-KR" sz="900" dirty="0"/>
              <a:t>)</a:t>
            </a:r>
            <a:r>
              <a:rPr lang="ko-KR" altLang="en-US" sz="900" dirty="0"/>
              <a:t>개인정보수집 및 취급방침에 동의합니다</a:t>
            </a:r>
            <a:r>
              <a:rPr lang="en-US" altLang="ko-KR" sz="900" dirty="0"/>
              <a:t>. </a:t>
            </a:r>
            <a:r>
              <a:rPr lang="ko-KR" altLang="en-US" sz="900" u="sng" dirty="0"/>
              <a:t>전문보기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C49FC4C-3B15-25A1-E63B-FA40C14B7EA0}"/>
              </a:ext>
            </a:extLst>
          </p:cNvPr>
          <p:cNvSpPr/>
          <p:nvPr/>
        </p:nvSpPr>
        <p:spPr>
          <a:xfrm>
            <a:off x="2908880" y="4998016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AutoShape 256">
            <a:extLst>
              <a:ext uri="{FF2B5EF4-FFF2-40B4-BE49-F238E27FC236}">
                <a16:creationId xmlns:a16="http://schemas.microsoft.com/office/drawing/2014/main" id="{FC2DFF5D-E0A3-163F-268D-D2184253E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582" y="130168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56" name="AutoShape 256">
            <a:extLst>
              <a:ext uri="{FF2B5EF4-FFF2-40B4-BE49-F238E27FC236}">
                <a16:creationId xmlns:a16="http://schemas.microsoft.com/office/drawing/2014/main" id="{CC54B56B-03EF-DF37-68F9-62927E50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764" y="400093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57" name="AutoShape 256">
            <a:extLst>
              <a:ext uri="{FF2B5EF4-FFF2-40B4-BE49-F238E27FC236}">
                <a16:creationId xmlns:a16="http://schemas.microsoft.com/office/drawing/2014/main" id="{C637B322-9AE5-6F5B-5AD2-DD414E6E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443" y="234192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714D86B-830B-02CA-8420-60F02B9C0090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CBD55B9-60AA-2DC2-2E6B-C55FDAEF99DC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FF562E3-0FAB-38BC-7F7C-AEEE476BD066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8A8A53B-4884-FD93-EEE4-7A0897EC4537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74B96F9-B4FB-DDF7-E398-FC46F55B9D83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D5CA2B-F826-C175-2985-A1BF2E739B73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DFD7CF7-1602-33F5-F12A-4C6A1C17C0CF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0764F5-EA74-EFC1-05A0-5421BC08D017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DC5AB94-3764-79A6-8835-73E5FABEA6EA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65072DBB-3C9A-2809-FCB1-B5457E601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F9387779-1A0C-8472-0C97-80A26E56FA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A2FFBD2-94A1-991E-72CE-C6E0D86E4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799578D-4333-0486-B55F-0D4DF7498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62217EA9-7989-9B7E-71EC-A846FA5C5BC9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F739AF6-A19A-0D68-1795-E734EF513E8A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AC9E04-C572-F565-FAD8-AF82395A18A0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3221C6-7C27-90FA-15F8-8AA3C2EED7B2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6980037-5C4D-527F-22C7-7EC8B1A0E5D2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602D2ED-8F3B-FA77-3F53-7D59DF987C48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C1F85A1-A8F9-0713-C088-021E6A9B60C9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C3A17AA-FD3A-02C5-2B6F-38D6F7428FD1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C426321-31A6-ACA6-08A6-388E85C1877C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BEB9371-6F33-24B7-4BAC-699750445B5A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5938AE8-E926-393F-C9FC-8C43B8528A80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395B6CEC-0D80-E54D-6BF1-582A37DDC86F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692047F-4D1F-A1A7-C291-9BBE9DE17CA3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2244628-8B30-6766-F515-CEB8E5BA93DE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08E1464-4773-E8C6-735D-C344CD44CA8A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CA0967-49B6-92F8-11F4-AEC33F60B2B9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80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07AF997A-4CAD-7EBC-4219-929CBDD94F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896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A3C1489A-A48D-8B0A-DB0F-8F9EF7E28770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F153A72-119C-3387-0A60-420DEE6FA57E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CE1C84-6293-BC89-993E-62EB0FBF9D6B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9CDB19C0-05DD-31E4-4E20-27CC3F2B8410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E970F7E-06FA-60AB-E240-453500BD366B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CF1BFB-3ACF-B59A-F05C-B6A7C6D5B295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6129F4-9265-0856-40B9-815409D49D91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EF3A95-FF72-7434-FCDE-AA84C874CF5C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92EF3751-64C3-FDD1-0108-6D10C89079C0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58E1332A-8D06-3943-52DE-A7BB473665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639E6EDE-45D7-3B45-095E-43FD7A24B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7FDDA1E-2177-4CBE-BCAA-1DA543DC9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F0D7756-EB1C-BF83-A7BD-D6E415D6E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90F171A-0BBF-7956-FA8C-05B2712F99A9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0BD5696-5EEE-A540-287D-1D164B343857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0DE98A-82E0-B51D-846A-347772431B99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23395F-1CC4-D1B3-81FF-1F413690A85A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DCC72AF-0236-AE92-49C6-988F485EAF2F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2D74640-74BB-F068-B648-C6BEE22ABA03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37B2D75-90D5-95DB-2F5A-0AE9A7F29375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2CEE688-5C2E-552F-FC88-2152036500A4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A017E35-05BC-BB54-C2B1-072CBE653731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093BCE3-56D8-99C2-5121-FFF9B4CB5BBD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BB5AB6-1EAD-D007-7011-80C61BD6A031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AFBAFF56-6434-47ED-56AB-4530D47E018F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A66ACB9-47F1-562C-0DFC-3461F4E54C1E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938A34D-2FE0-48F6-499E-A08A9B26EC7C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724E815-3F89-0833-E9FA-DD37F4C24FDB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B33050A-F80D-A27E-EB1F-6543F6FBB116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84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AA232FBC-3D5E-C998-CAAE-940296F85F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2-2-1.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</a:t>
            </a:r>
            <a:r>
              <a:rPr lang="en-US" altLang="ko-KR" dirty="0"/>
              <a:t>2 – </a:t>
            </a:r>
            <a:r>
              <a:rPr lang="ko-KR" altLang="en-US" dirty="0"/>
              <a:t>약관 팝업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53601"/>
              </p:ext>
            </p:extLst>
          </p:nvPr>
        </p:nvGraphicFramePr>
        <p:xfrm>
          <a:off x="8829675" y="752260"/>
          <a:ext cx="3095625" cy="309628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개인정보처리방침 팝업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관리자에서 등록관리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B3C83E4-CE76-3FDD-2782-D0D3D26EA1C2}"/>
              </a:ext>
            </a:extLst>
          </p:cNvPr>
          <p:cNvGraphicFramePr>
            <a:graphicFrameLocks noGrp="1"/>
          </p:cNvGraphicFramePr>
          <p:nvPr/>
        </p:nvGraphicFramePr>
        <p:xfrm>
          <a:off x="2932611" y="1562100"/>
          <a:ext cx="5799508" cy="242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66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4593847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휴대폰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45293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278800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085370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84726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</a:rPr>
                        <a:t>배송메세지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569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35AF0-728A-CF62-83E6-D85D3B81F976}"/>
              </a:ext>
            </a:extLst>
          </p:cNvPr>
          <p:cNvSpPr txBox="1"/>
          <p:nvPr/>
        </p:nvSpPr>
        <p:spPr>
          <a:xfrm>
            <a:off x="2797228" y="939357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3. </a:t>
            </a:r>
            <a:r>
              <a:rPr lang="ko-KR" altLang="en-US" sz="1200" b="1" dirty="0"/>
              <a:t>배송정보 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9F89FA-71C4-E684-92FA-00B49B3DCB67}"/>
              </a:ext>
            </a:extLst>
          </p:cNvPr>
          <p:cNvSpPr/>
          <p:nvPr/>
        </p:nvSpPr>
        <p:spPr>
          <a:xfrm>
            <a:off x="4022809" y="1631720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00C558-2FA5-94EA-2EFF-37944C1CFB3C}"/>
              </a:ext>
            </a:extLst>
          </p:cNvPr>
          <p:cNvSpPr/>
          <p:nvPr/>
        </p:nvSpPr>
        <p:spPr>
          <a:xfrm>
            <a:off x="4022809" y="2018582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34F8C0-583C-FCF1-002C-82D56AD3D28A}"/>
              </a:ext>
            </a:extLst>
          </p:cNvPr>
          <p:cNvSpPr/>
          <p:nvPr/>
        </p:nvSpPr>
        <p:spPr>
          <a:xfrm>
            <a:off x="4022809" y="2414235"/>
            <a:ext cx="916797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우편번호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5466B7-E43A-56FD-57BF-46B5A63DF9B5}"/>
              </a:ext>
            </a:extLst>
          </p:cNvPr>
          <p:cNvSpPr txBox="1"/>
          <p:nvPr/>
        </p:nvSpPr>
        <p:spPr>
          <a:xfrm>
            <a:off x="3148731" y="1280879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주문자 정보와 동일</a:t>
            </a:r>
            <a:endParaRPr lang="ko-KR" altLang="en-US" sz="900" u="sng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E17DF3F-1000-6E06-789F-E5D9F22DCED3}"/>
              </a:ext>
            </a:extLst>
          </p:cNvPr>
          <p:cNvSpPr/>
          <p:nvPr/>
        </p:nvSpPr>
        <p:spPr>
          <a:xfrm>
            <a:off x="3023744" y="1325135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54473DA-AF82-3365-743A-71CB03924241}"/>
              </a:ext>
            </a:extLst>
          </p:cNvPr>
          <p:cNvSpPr/>
          <p:nvPr/>
        </p:nvSpPr>
        <p:spPr>
          <a:xfrm>
            <a:off x="5077886" y="2414235"/>
            <a:ext cx="916797" cy="26225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주소검색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426A72A-C18C-2734-9493-8CA634CF4DC7}"/>
              </a:ext>
            </a:extLst>
          </p:cNvPr>
          <p:cNvSpPr/>
          <p:nvPr/>
        </p:nvSpPr>
        <p:spPr>
          <a:xfrm>
            <a:off x="4022809" y="2783512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기본주소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1F8DB4-6681-FD80-B34C-4C2EA47E4C47}"/>
              </a:ext>
            </a:extLst>
          </p:cNvPr>
          <p:cNvSpPr/>
          <p:nvPr/>
        </p:nvSpPr>
        <p:spPr>
          <a:xfrm>
            <a:off x="4022809" y="3152789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상세주소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C102E1-9234-183E-BF08-E6B101817FAA}"/>
              </a:ext>
            </a:extLst>
          </p:cNvPr>
          <p:cNvSpPr/>
          <p:nvPr/>
        </p:nvSpPr>
        <p:spPr>
          <a:xfrm>
            <a:off x="4022809" y="3601198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1386ED-5772-549C-33D0-2D9DA66F1F8E}"/>
              </a:ext>
            </a:extLst>
          </p:cNvPr>
          <p:cNvSpPr txBox="1"/>
          <p:nvPr/>
        </p:nvSpPr>
        <p:spPr>
          <a:xfrm>
            <a:off x="2805456" y="4137314"/>
            <a:ext cx="1600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4. </a:t>
            </a:r>
            <a:r>
              <a:rPr lang="ko-KR" altLang="en-US" sz="1200" b="1" dirty="0"/>
              <a:t>개인정보처리방침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471311-256C-BC14-531E-A6C37BE0F8C3}"/>
              </a:ext>
            </a:extLst>
          </p:cNvPr>
          <p:cNvSpPr txBox="1"/>
          <p:nvPr/>
        </p:nvSpPr>
        <p:spPr>
          <a:xfrm>
            <a:off x="3033867" y="443501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전체동의</a:t>
            </a:r>
            <a:endParaRPr lang="ko-KR" altLang="en-US" sz="900" u="sng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CB8031-B3C1-4686-72F2-0946A7B6D7EA}"/>
              </a:ext>
            </a:extLst>
          </p:cNvPr>
          <p:cNvSpPr/>
          <p:nvPr/>
        </p:nvSpPr>
        <p:spPr>
          <a:xfrm>
            <a:off x="2908880" y="4479269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BE4D7A-2D2E-CA2E-6D7D-2FA16082B68C}"/>
              </a:ext>
            </a:extLst>
          </p:cNvPr>
          <p:cNvSpPr txBox="1"/>
          <p:nvPr/>
        </p:nvSpPr>
        <p:spPr>
          <a:xfrm>
            <a:off x="3033867" y="4689990"/>
            <a:ext cx="36375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필수</a:t>
            </a:r>
            <a:r>
              <a:rPr lang="en-US" altLang="ko-KR" sz="900" dirty="0"/>
              <a:t>)</a:t>
            </a:r>
            <a:r>
              <a:rPr lang="ko-KR" altLang="en-US" sz="900" dirty="0"/>
              <a:t>주식회사 </a:t>
            </a:r>
            <a:r>
              <a:rPr lang="ko-KR" altLang="en-US" sz="900" dirty="0" err="1"/>
              <a:t>글린트의</a:t>
            </a:r>
            <a:r>
              <a:rPr lang="ko-KR" altLang="en-US" sz="900" dirty="0"/>
              <a:t> 정책 및 이용약관에 동의합니다</a:t>
            </a:r>
            <a:r>
              <a:rPr lang="en-US" altLang="ko-KR" sz="900" dirty="0"/>
              <a:t>. </a:t>
            </a:r>
            <a:r>
              <a:rPr lang="ko-KR" altLang="en-US" sz="900" u="sng" dirty="0"/>
              <a:t>전문보기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55109EA-91A7-B44D-9508-5C535A1A13D0}"/>
              </a:ext>
            </a:extLst>
          </p:cNvPr>
          <p:cNvSpPr/>
          <p:nvPr/>
        </p:nvSpPr>
        <p:spPr>
          <a:xfrm>
            <a:off x="2908880" y="4734246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B04E70-5330-BF4C-3485-CEA30FCE2E18}"/>
              </a:ext>
            </a:extLst>
          </p:cNvPr>
          <p:cNvSpPr txBox="1"/>
          <p:nvPr/>
        </p:nvSpPr>
        <p:spPr>
          <a:xfrm>
            <a:off x="3033867" y="4953760"/>
            <a:ext cx="30957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선택</a:t>
            </a:r>
            <a:r>
              <a:rPr lang="en-US" altLang="ko-KR" sz="900" dirty="0"/>
              <a:t>)</a:t>
            </a:r>
            <a:r>
              <a:rPr lang="ko-KR" altLang="en-US" sz="900" dirty="0"/>
              <a:t>개인정보수집 및 취급방침에 동의합니다</a:t>
            </a:r>
            <a:r>
              <a:rPr lang="en-US" altLang="ko-KR" sz="900" dirty="0"/>
              <a:t>. </a:t>
            </a:r>
            <a:r>
              <a:rPr lang="ko-KR" altLang="en-US" sz="900" u="sng" dirty="0"/>
              <a:t>전문보기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C49FC4C-3B15-25A1-E63B-FA40C14B7EA0}"/>
              </a:ext>
            </a:extLst>
          </p:cNvPr>
          <p:cNvSpPr/>
          <p:nvPr/>
        </p:nvSpPr>
        <p:spPr>
          <a:xfrm>
            <a:off x="2908880" y="4998016"/>
            <a:ext cx="158325" cy="151007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AutoShape 256">
            <a:extLst>
              <a:ext uri="{FF2B5EF4-FFF2-40B4-BE49-F238E27FC236}">
                <a16:creationId xmlns:a16="http://schemas.microsoft.com/office/drawing/2014/main" id="{CC54B56B-03EF-DF37-68F9-62927E50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764" y="400093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57" name="AutoShape 256">
            <a:extLst>
              <a:ext uri="{FF2B5EF4-FFF2-40B4-BE49-F238E27FC236}">
                <a16:creationId xmlns:a16="http://schemas.microsoft.com/office/drawing/2014/main" id="{C637B322-9AE5-6F5B-5AD2-DD414E6E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443" y="234192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FD4744-E3BB-2E4C-754F-FAF8500D07EC}"/>
              </a:ext>
            </a:extLst>
          </p:cNvPr>
          <p:cNvSpPr/>
          <p:nvPr/>
        </p:nvSpPr>
        <p:spPr>
          <a:xfrm>
            <a:off x="237716" y="733474"/>
            <a:ext cx="8515759" cy="6861126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A757078-760D-F7B5-AD8B-5A36A63F11DE}"/>
              </a:ext>
            </a:extLst>
          </p:cNvPr>
          <p:cNvSpPr/>
          <p:nvPr/>
        </p:nvSpPr>
        <p:spPr>
          <a:xfrm>
            <a:off x="1578906" y="1646279"/>
            <a:ext cx="5901816" cy="480114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shade val="50000"/>
                <a:alpha val="33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5278F4-0B4D-3EB6-EBF4-1219E80FDE44}"/>
              </a:ext>
            </a:extLst>
          </p:cNvPr>
          <p:cNvSpPr txBox="1"/>
          <p:nvPr/>
        </p:nvSpPr>
        <p:spPr>
          <a:xfrm>
            <a:off x="7108956" y="128361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38BAAF-CD5D-424C-0501-7F7E668D8E32}"/>
              </a:ext>
            </a:extLst>
          </p:cNvPr>
          <p:cNvSpPr txBox="1"/>
          <p:nvPr/>
        </p:nvSpPr>
        <p:spPr>
          <a:xfrm>
            <a:off x="3647200" y="1966936"/>
            <a:ext cx="1765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정책 및 이용약관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8BC4388-F055-20B4-5FC7-5AE9FD2B6764}"/>
              </a:ext>
            </a:extLst>
          </p:cNvPr>
          <p:cNvSpPr/>
          <p:nvPr/>
        </p:nvSpPr>
        <p:spPr>
          <a:xfrm>
            <a:off x="2042918" y="2464526"/>
            <a:ext cx="4973792" cy="3659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정책 및 이용약관 전문 노출 영역</a:t>
            </a:r>
          </a:p>
        </p:txBody>
      </p:sp>
    </p:spTree>
    <p:extLst>
      <p:ext uri="{BB962C8B-B14F-4D97-AF65-F5344CB8AC3E}">
        <p14:creationId xmlns:p14="http://schemas.microsoft.com/office/powerpoint/2010/main" val="2714338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2-2.1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</a:t>
            </a:r>
            <a:r>
              <a:rPr lang="en-US" altLang="ko-KR" dirty="0"/>
              <a:t>3(</a:t>
            </a:r>
            <a:r>
              <a:rPr lang="ko-KR" altLang="en-US" dirty="0" err="1"/>
              <a:t>발급안함</a:t>
            </a:r>
            <a:r>
              <a:rPr lang="ko-KR" altLang="en-US" dirty="0"/>
              <a:t>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994402"/>
              </p:ext>
            </p:extLst>
          </p:nvPr>
        </p:nvGraphicFramePr>
        <p:xfrm>
          <a:off x="8829675" y="752260"/>
          <a:ext cx="3095625" cy="487643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구매하기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구매하기 페이지로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 페이지에서 주문 시 동일한 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402250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결제수단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1)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신용카드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PG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연동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2)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실시간계좌이체 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PG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연동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(PG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설치 파일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(API)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과 가이드 고객사 제공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입금은행 다수 일 경우 입금은행 선택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입금자명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“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텍스트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”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입력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발급정보 선택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발급정보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1)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발급안함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현재 화면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2)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현금영수증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유형 및 휴대폰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이메일 입력 항목 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  (2-2.2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결제하기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무통장입금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무통장전용 주문완료 페이지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(2-3.1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 연결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신용카드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실시간계좌이체 주문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결제창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팝업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신용카드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실시간계좌이체 결제 완료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결제완료 페이지로 이동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(2-3.2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01C208-73BB-DD38-8DAE-9D56AA52EB07}"/>
              </a:ext>
            </a:extLst>
          </p:cNvPr>
          <p:cNvSpPr txBox="1"/>
          <p:nvPr/>
        </p:nvSpPr>
        <p:spPr>
          <a:xfrm>
            <a:off x="2703203" y="1189269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5. </a:t>
            </a:r>
            <a:r>
              <a:rPr lang="ko-KR" altLang="en-US" sz="1200" b="1" dirty="0"/>
              <a:t>결제수단 선택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FEC50C-0632-0518-7733-D2C21152CF5F}"/>
              </a:ext>
            </a:extLst>
          </p:cNvPr>
          <p:cNvSpPr/>
          <p:nvPr/>
        </p:nvSpPr>
        <p:spPr>
          <a:xfrm>
            <a:off x="2814855" y="1644733"/>
            <a:ext cx="1528330" cy="6090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신용카드결제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ED0E9CB-0E6A-19EB-A97F-EEB43A5DBDB1}"/>
              </a:ext>
            </a:extLst>
          </p:cNvPr>
          <p:cNvSpPr/>
          <p:nvPr/>
        </p:nvSpPr>
        <p:spPr>
          <a:xfrm>
            <a:off x="4481730" y="1644733"/>
            <a:ext cx="1528330" cy="6090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실시간계좌이체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20E6770-7830-403C-597A-087E27B166A3}"/>
              </a:ext>
            </a:extLst>
          </p:cNvPr>
          <p:cNvSpPr/>
          <p:nvPr/>
        </p:nvSpPr>
        <p:spPr>
          <a:xfrm>
            <a:off x="6148605" y="1644733"/>
            <a:ext cx="1528330" cy="609018"/>
          </a:xfrm>
          <a:prstGeom prst="rect">
            <a:avLst/>
          </a:prstGeom>
          <a:solidFill>
            <a:srgbClr val="D9D9D9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무통장입금</a:t>
            </a:r>
          </a:p>
        </p:txBody>
      </p:sp>
      <p:graphicFrame>
        <p:nvGraphicFramePr>
          <p:cNvPr id="64" name="표 5">
            <a:extLst>
              <a:ext uri="{FF2B5EF4-FFF2-40B4-BE49-F238E27FC236}">
                <a16:creationId xmlns:a16="http://schemas.microsoft.com/office/drawing/2014/main" id="{6D788BA1-3B24-6C30-34AE-2BBC7742D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48958"/>
              </p:ext>
            </p:extLst>
          </p:nvPr>
        </p:nvGraphicFramePr>
        <p:xfrm>
          <a:off x="2737804" y="2610845"/>
          <a:ext cx="5501962" cy="1827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006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4229956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045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입금은행 선택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입금자명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발급정보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발급안함</a:t>
                      </a:r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  현금영수증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24570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13428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49210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091989"/>
                  </a:ext>
                </a:extLst>
              </a:tr>
            </a:tbl>
          </a:graphicData>
        </a:graphic>
      </p:graphicFrame>
      <p:sp>
        <p:nvSpPr>
          <p:cNvPr id="65" name="직사각형 64">
            <a:extLst>
              <a:ext uri="{FF2B5EF4-FFF2-40B4-BE49-F238E27FC236}">
                <a16:creationId xmlns:a16="http://schemas.microsoft.com/office/drawing/2014/main" id="{B4D5C40F-8E7F-BA6B-EB13-C4E73D03302E}"/>
              </a:ext>
            </a:extLst>
          </p:cNvPr>
          <p:cNvSpPr/>
          <p:nvPr/>
        </p:nvSpPr>
        <p:spPr>
          <a:xfrm>
            <a:off x="3863799" y="2639106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신한은행</a:t>
            </a:r>
          </a:p>
        </p:txBody>
      </p:sp>
      <p:sp>
        <p:nvSpPr>
          <p:cNvPr id="66" name="이등변 삼각형 65">
            <a:extLst>
              <a:ext uri="{FF2B5EF4-FFF2-40B4-BE49-F238E27FC236}">
                <a16:creationId xmlns:a16="http://schemas.microsoft.com/office/drawing/2014/main" id="{761496E1-9556-9DE6-31C2-3002683D5758}"/>
              </a:ext>
            </a:extLst>
          </p:cNvPr>
          <p:cNvSpPr/>
          <p:nvPr/>
        </p:nvSpPr>
        <p:spPr>
          <a:xfrm rot="10800000">
            <a:off x="5590815" y="2718762"/>
            <a:ext cx="119963" cy="9989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433EA91-752D-C6D5-EC15-E1800C912362}"/>
              </a:ext>
            </a:extLst>
          </p:cNvPr>
          <p:cNvSpPr/>
          <p:nvPr/>
        </p:nvSpPr>
        <p:spPr>
          <a:xfrm>
            <a:off x="3863799" y="2953431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ㅣ</a:t>
            </a:r>
          </a:p>
        </p:txBody>
      </p:sp>
      <p:sp>
        <p:nvSpPr>
          <p:cNvPr id="68" name="AutoShape 256">
            <a:extLst>
              <a:ext uri="{FF2B5EF4-FFF2-40B4-BE49-F238E27FC236}">
                <a16:creationId xmlns:a16="http://schemas.microsoft.com/office/drawing/2014/main" id="{469681CE-6C5F-26FA-0A74-95D7FD1F2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135" y="156532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70" name="원형: 비어 있음 69">
            <a:extLst>
              <a:ext uri="{FF2B5EF4-FFF2-40B4-BE49-F238E27FC236}">
                <a16:creationId xmlns:a16="http://schemas.microsoft.com/office/drawing/2014/main" id="{C5D55E33-E56A-C2A8-3B31-B71D3F251114}"/>
              </a:ext>
            </a:extLst>
          </p:cNvPr>
          <p:cNvSpPr/>
          <p:nvPr/>
        </p:nvSpPr>
        <p:spPr>
          <a:xfrm>
            <a:off x="3866935" y="3297912"/>
            <a:ext cx="152400" cy="152400"/>
          </a:xfrm>
          <a:prstGeom prst="don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A24550C-EAD8-675E-3F6A-714BF6A2F30B}"/>
              </a:ext>
            </a:extLst>
          </p:cNvPr>
          <p:cNvSpPr/>
          <p:nvPr/>
        </p:nvSpPr>
        <p:spPr>
          <a:xfrm>
            <a:off x="4846017" y="3297912"/>
            <a:ext cx="133350" cy="133350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20CE69C-7F56-A813-40AB-D119F7928C05}"/>
              </a:ext>
            </a:extLst>
          </p:cNvPr>
          <p:cNvSpPr/>
          <p:nvPr/>
        </p:nvSpPr>
        <p:spPr>
          <a:xfrm>
            <a:off x="4194180" y="5633107"/>
            <a:ext cx="2103430" cy="4463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결제하기</a:t>
            </a:r>
          </a:p>
        </p:txBody>
      </p:sp>
      <p:sp>
        <p:nvSpPr>
          <p:cNvPr id="75" name="AutoShape 256">
            <a:extLst>
              <a:ext uri="{FF2B5EF4-FFF2-40B4-BE49-F238E27FC236}">
                <a16:creationId xmlns:a16="http://schemas.microsoft.com/office/drawing/2014/main" id="{E3A63AB8-B74D-5C2A-5BB7-62A80A721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265" y="329791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9" name="AutoShape 256">
            <a:extLst>
              <a:ext uri="{FF2B5EF4-FFF2-40B4-BE49-F238E27FC236}">
                <a16:creationId xmlns:a16="http://schemas.microsoft.com/office/drawing/2014/main" id="{35E0A596-C501-FEDA-AFF5-CC62EDA2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7197" y="557321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E674F62-9011-C9AC-D3AD-2F548936756A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7ABC97-53E9-6406-12C8-EFA523855EED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CF7E33F-E175-9F5B-792F-8DAFED43E59B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8B03607-B8C0-F8A5-AEE4-81D4F16AEE55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3B0ED31-F04D-1A70-7E9F-159FA093B879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EE5BEC-9D4F-15D0-CFF3-BE27B630CA13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21B7C4F-AB07-8624-1602-AA8E387DA00F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24DA21-D9D9-83A4-F6DC-78FE96C460BE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C2758C5-BE20-2D96-7AD7-E05AD99A4220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5B754FF1-A31D-2A4B-87CB-0A2BD1152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8BB73823-F701-683A-E822-A5D396B421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BB39AF9-78CB-A08E-E3D8-330501651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B86A437-EA64-4A4C-2409-2764FD192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0562AA5-5C9C-C698-0BC2-C3863DD79301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DAAA375-792B-3EC7-EAFE-9E41F12B23E6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62FD82-D60B-3A25-7E52-2631F0ED307B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0FE5B0-DFF6-6720-DF5B-2ACCC55887E5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0C588F2-BE4A-AD2E-1170-99213D071476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473C732-8207-C962-4664-7EBE44A5F046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CC1E7B8-971A-6667-15A6-CF7ECC557C4E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8B1CAA8-0EDD-B12C-4761-17F412FBB537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CB8F38B-CDA0-BE33-95A8-58E8E615D01A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E95D237-28C7-3768-72C1-780F682D6AA7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349986-5411-E54F-2BF4-A540915F0A0E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BD4AC7E1-9567-AD67-257D-5FE833F97E76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D3185FF-1C39-9925-BACE-77FFFC5EB07B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7F9B071-749A-44B4-C86C-10AE49E87014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6C8F531-0E51-AB0F-3A65-DB3DEC01B07A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7428AB5-B5B5-92A6-3778-65AE9EFA77BC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59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32A527B3-C63C-E56F-C192-1D2FE0C5BF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38900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2-2.2.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</a:t>
            </a:r>
            <a:r>
              <a:rPr lang="en-US" altLang="ko-KR" dirty="0"/>
              <a:t>3(</a:t>
            </a:r>
            <a:r>
              <a:rPr lang="ko-KR" altLang="en-US" dirty="0"/>
              <a:t>현금영수증 화면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618529"/>
              </p:ext>
            </p:extLst>
          </p:nvPr>
        </p:nvGraphicFramePr>
        <p:xfrm>
          <a:off x="8829675" y="752260"/>
          <a:ext cx="3095625" cy="3250834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구매하기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구매하기 페이지로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 페이지에서 주문 시 동일한 화면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402250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발급정보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현금영수증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개인소득공제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휴대폰와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이메일 수집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사업자지출증빙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사업자번호와 이메일 수집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결제하기 눌렀을 시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얼럿창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필요합니다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01C208-73BB-DD38-8DAE-9D56AA52EB07}"/>
              </a:ext>
            </a:extLst>
          </p:cNvPr>
          <p:cNvSpPr txBox="1"/>
          <p:nvPr/>
        </p:nvSpPr>
        <p:spPr>
          <a:xfrm>
            <a:off x="2703203" y="1189269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5. </a:t>
            </a:r>
            <a:r>
              <a:rPr lang="ko-KR" altLang="en-US" sz="1200" b="1" dirty="0"/>
              <a:t>결제수단 선택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FEC50C-0632-0518-7733-D2C21152CF5F}"/>
              </a:ext>
            </a:extLst>
          </p:cNvPr>
          <p:cNvSpPr/>
          <p:nvPr/>
        </p:nvSpPr>
        <p:spPr>
          <a:xfrm>
            <a:off x="2814855" y="1644733"/>
            <a:ext cx="1528330" cy="6090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신용카드결제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ED0E9CB-0E6A-19EB-A97F-EEB43A5DBDB1}"/>
              </a:ext>
            </a:extLst>
          </p:cNvPr>
          <p:cNvSpPr/>
          <p:nvPr/>
        </p:nvSpPr>
        <p:spPr>
          <a:xfrm>
            <a:off x="4481730" y="1644733"/>
            <a:ext cx="1528330" cy="6090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실시간계좌이체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20E6770-7830-403C-597A-087E27B166A3}"/>
              </a:ext>
            </a:extLst>
          </p:cNvPr>
          <p:cNvSpPr/>
          <p:nvPr/>
        </p:nvSpPr>
        <p:spPr>
          <a:xfrm>
            <a:off x="6148605" y="1644733"/>
            <a:ext cx="1528330" cy="609018"/>
          </a:xfrm>
          <a:prstGeom prst="rect">
            <a:avLst/>
          </a:prstGeom>
          <a:solidFill>
            <a:srgbClr val="D9D9D9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무통장입금</a:t>
            </a:r>
          </a:p>
        </p:txBody>
      </p:sp>
      <p:graphicFrame>
        <p:nvGraphicFramePr>
          <p:cNvPr id="64" name="표 5">
            <a:extLst>
              <a:ext uri="{FF2B5EF4-FFF2-40B4-BE49-F238E27FC236}">
                <a16:creationId xmlns:a16="http://schemas.microsoft.com/office/drawing/2014/main" id="{6D788BA1-3B24-6C30-34AE-2BBC7742D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60676"/>
              </p:ext>
            </p:extLst>
          </p:nvPr>
        </p:nvGraphicFramePr>
        <p:xfrm>
          <a:off x="2737804" y="2610845"/>
          <a:ext cx="5501962" cy="1827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006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4229956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045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입금은행 선택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입금자명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발급정보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발급안함</a:t>
                      </a:r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  현금영수증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24570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개인 소득공제       사업자 </a:t>
                      </a:r>
                      <a:r>
                        <a:rPr lang="ko-KR" altLang="en-US" sz="105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지출증빙</a:t>
                      </a:r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13428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휴대폰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49210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이메일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091989"/>
                  </a:ext>
                </a:extLst>
              </a:tr>
            </a:tbl>
          </a:graphicData>
        </a:graphic>
      </p:graphicFrame>
      <p:sp>
        <p:nvSpPr>
          <p:cNvPr id="65" name="직사각형 64">
            <a:extLst>
              <a:ext uri="{FF2B5EF4-FFF2-40B4-BE49-F238E27FC236}">
                <a16:creationId xmlns:a16="http://schemas.microsoft.com/office/drawing/2014/main" id="{B4D5C40F-8E7F-BA6B-EB13-C4E73D03302E}"/>
              </a:ext>
            </a:extLst>
          </p:cNvPr>
          <p:cNvSpPr/>
          <p:nvPr/>
        </p:nvSpPr>
        <p:spPr>
          <a:xfrm>
            <a:off x="3863799" y="2639106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신한은행</a:t>
            </a:r>
          </a:p>
        </p:txBody>
      </p:sp>
      <p:sp>
        <p:nvSpPr>
          <p:cNvPr id="66" name="이등변 삼각형 65">
            <a:extLst>
              <a:ext uri="{FF2B5EF4-FFF2-40B4-BE49-F238E27FC236}">
                <a16:creationId xmlns:a16="http://schemas.microsoft.com/office/drawing/2014/main" id="{761496E1-9556-9DE6-31C2-3002683D5758}"/>
              </a:ext>
            </a:extLst>
          </p:cNvPr>
          <p:cNvSpPr/>
          <p:nvPr/>
        </p:nvSpPr>
        <p:spPr>
          <a:xfrm rot="10800000">
            <a:off x="5590815" y="2718762"/>
            <a:ext cx="119963" cy="9989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433EA91-752D-C6D5-EC15-E1800C912362}"/>
              </a:ext>
            </a:extLst>
          </p:cNvPr>
          <p:cNvSpPr/>
          <p:nvPr/>
        </p:nvSpPr>
        <p:spPr>
          <a:xfrm>
            <a:off x="3863799" y="2953431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ㅣ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20CE69C-7F56-A813-40AB-D119F7928C05}"/>
              </a:ext>
            </a:extLst>
          </p:cNvPr>
          <p:cNvSpPr/>
          <p:nvPr/>
        </p:nvSpPr>
        <p:spPr>
          <a:xfrm>
            <a:off x="4194180" y="6144764"/>
            <a:ext cx="2103430" cy="4463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결제하기</a:t>
            </a:r>
          </a:p>
        </p:txBody>
      </p:sp>
      <p:sp>
        <p:nvSpPr>
          <p:cNvPr id="75" name="AutoShape 256">
            <a:extLst>
              <a:ext uri="{FF2B5EF4-FFF2-40B4-BE49-F238E27FC236}">
                <a16:creationId xmlns:a16="http://schemas.microsoft.com/office/drawing/2014/main" id="{E3A63AB8-B74D-5C2A-5BB7-62A80A721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265" y="329791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9" name="원형: 비어 있음 28">
            <a:extLst>
              <a:ext uri="{FF2B5EF4-FFF2-40B4-BE49-F238E27FC236}">
                <a16:creationId xmlns:a16="http://schemas.microsoft.com/office/drawing/2014/main" id="{456BB2F0-9D52-9674-21A4-1DCE1397FC1C}"/>
              </a:ext>
            </a:extLst>
          </p:cNvPr>
          <p:cNvSpPr/>
          <p:nvPr/>
        </p:nvSpPr>
        <p:spPr>
          <a:xfrm>
            <a:off x="4800600" y="3295650"/>
            <a:ext cx="152400" cy="152400"/>
          </a:xfrm>
          <a:prstGeom prst="don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D1C0250-C287-D97C-CF78-9B6800580A8E}"/>
              </a:ext>
            </a:extLst>
          </p:cNvPr>
          <p:cNvSpPr/>
          <p:nvPr/>
        </p:nvSpPr>
        <p:spPr>
          <a:xfrm>
            <a:off x="3896207" y="3295650"/>
            <a:ext cx="133350" cy="133350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353AD3-2307-EA8C-8CE4-42A2967D3092}"/>
              </a:ext>
            </a:extLst>
          </p:cNvPr>
          <p:cNvSpPr/>
          <p:nvPr/>
        </p:nvSpPr>
        <p:spPr>
          <a:xfrm>
            <a:off x="4636222" y="3846905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원형: 비어 있음 33">
            <a:extLst>
              <a:ext uri="{FF2B5EF4-FFF2-40B4-BE49-F238E27FC236}">
                <a16:creationId xmlns:a16="http://schemas.microsoft.com/office/drawing/2014/main" id="{4B7E2019-9144-E20B-6E44-232DB87E8382}"/>
              </a:ext>
            </a:extLst>
          </p:cNvPr>
          <p:cNvSpPr/>
          <p:nvPr/>
        </p:nvSpPr>
        <p:spPr>
          <a:xfrm>
            <a:off x="3896207" y="3571944"/>
            <a:ext cx="152400" cy="152400"/>
          </a:xfrm>
          <a:prstGeom prst="don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DDEEC63-E433-87AE-C92B-17454823FF2D}"/>
              </a:ext>
            </a:extLst>
          </p:cNvPr>
          <p:cNvSpPr/>
          <p:nvPr/>
        </p:nvSpPr>
        <p:spPr>
          <a:xfrm>
            <a:off x="5082970" y="3594562"/>
            <a:ext cx="133350" cy="133350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902F816-EA3B-1CAB-899E-3ED4DB759687}"/>
              </a:ext>
            </a:extLst>
          </p:cNvPr>
          <p:cNvSpPr/>
          <p:nvPr/>
        </p:nvSpPr>
        <p:spPr>
          <a:xfrm>
            <a:off x="4636222" y="4164146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37" name="표 5">
            <a:extLst>
              <a:ext uri="{FF2B5EF4-FFF2-40B4-BE49-F238E27FC236}">
                <a16:creationId xmlns:a16="http://schemas.microsoft.com/office/drawing/2014/main" id="{B924CC35-5012-1D08-2869-AEC9305AE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14139"/>
              </p:ext>
            </p:extLst>
          </p:nvPr>
        </p:nvGraphicFramePr>
        <p:xfrm>
          <a:off x="2737804" y="4684110"/>
          <a:ext cx="5501962" cy="913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006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4229956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개인 소득공제       사업자 </a:t>
                      </a:r>
                      <a:r>
                        <a:rPr lang="ko-KR" altLang="en-US" sz="105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지출증빙</a:t>
                      </a:r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13428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사업자 등록번호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49210"/>
                  </a:ext>
                </a:extLst>
              </a:tr>
              <a:tr h="304509">
                <a:tc>
                  <a:txBody>
                    <a:bodyPr/>
                    <a:lstStyle/>
                    <a:p>
                      <a:pPr algn="l" latinLnBrk="1"/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이메일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  <a:endParaRPr lang="ko-KR" altLang="en-US" sz="105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091989"/>
                  </a:ext>
                </a:extLst>
              </a:tr>
            </a:tbl>
          </a:graphicData>
        </a:graphic>
      </p:graphicFrame>
      <p:sp>
        <p:nvSpPr>
          <p:cNvPr id="38" name="원형: 비어 있음 37">
            <a:extLst>
              <a:ext uri="{FF2B5EF4-FFF2-40B4-BE49-F238E27FC236}">
                <a16:creationId xmlns:a16="http://schemas.microsoft.com/office/drawing/2014/main" id="{BBC57A25-7E02-50F2-5626-13A6342D53CE}"/>
              </a:ext>
            </a:extLst>
          </p:cNvPr>
          <p:cNvSpPr/>
          <p:nvPr/>
        </p:nvSpPr>
        <p:spPr>
          <a:xfrm>
            <a:off x="5070363" y="4760554"/>
            <a:ext cx="152400" cy="152400"/>
          </a:xfrm>
          <a:prstGeom prst="don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EC1EB45-7AB5-A3C5-B87C-7749C57A4D5C}"/>
              </a:ext>
            </a:extLst>
          </p:cNvPr>
          <p:cNvSpPr/>
          <p:nvPr/>
        </p:nvSpPr>
        <p:spPr>
          <a:xfrm>
            <a:off x="3896207" y="4760554"/>
            <a:ext cx="133350" cy="133350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64BAC8C-0E85-09C4-F1C4-50E6FFBBD647}"/>
              </a:ext>
            </a:extLst>
          </p:cNvPr>
          <p:cNvSpPr/>
          <p:nvPr/>
        </p:nvSpPr>
        <p:spPr>
          <a:xfrm>
            <a:off x="5209858" y="4990851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B5D34F-DB31-BAAC-BD15-C016030D36A5}"/>
              </a:ext>
            </a:extLst>
          </p:cNvPr>
          <p:cNvSpPr/>
          <p:nvPr/>
        </p:nvSpPr>
        <p:spPr>
          <a:xfrm>
            <a:off x="5209858" y="5308092"/>
            <a:ext cx="2002536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7FFDCB5-527D-C4D0-6AC1-63D14BDA1630}"/>
              </a:ext>
            </a:extLst>
          </p:cNvPr>
          <p:cNvSpPr/>
          <p:nvPr/>
        </p:nvSpPr>
        <p:spPr>
          <a:xfrm>
            <a:off x="2737804" y="4642098"/>
            <a:ext cx="5415596" cy="11205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EAE7974-2ECC-2623-0EAC-86A53092D495}"/>
              </a:ext>
            </a:extLst>
          </p:cNvPr>
          <p:cNvSpPr/>
          <p:nvPr/>
        </p:nvSpPr>
        <p:spPr>
          <a:xfrm>
            <a:off x="2737804" y="3545794"/>
            <a:ext cx="5415596" cy="9976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7A74722-CD64-9DDD-8194-9D0BD202F126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EA19397-8E00-A6AA-6730-AF2059CE34D6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51319D8-A6F2-0582-36B4-CB155845BD84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1E20A65-9B10-385C-B8B9-9FF4519F0F4F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205AEB6-7735-61B5-462B-A56EACD4CA88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62AF7A-9C5C-2137-393B-7E3FDB02FC9F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AF4DC7-0A50-9D66-40CB-AAF0E56AB134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D99991-72F4-468B-F82C-E0A279C7C0BD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A797D05-2376-F2B9-02C8-FD4419F6F985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891ECDBA-8D98-A7BC-354A-68F77DFAE1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1F8C9C24-CEBF-7B86-983A-E0F94CA3EE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A2060E5-7675-3108-4073-09743F201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5623E35-6D12-21AD-108D-DF10A9949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9F33E3E-648D-100C-8E93-8479EAA7ABF2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1D750FA-5958-1D5E-E35F-84138CF4AD4C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CE504E-0A3E-E4E3-1CFB-4C00C16C5955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EE03BE-C2FB-62A1-33B2-EB90D55276F9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E354E33-6AE8-2CE2-5666-C8A95CB8D1BB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26AEBB3-E46A-5CF7-A105-71C5310B1536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C90A00D-93AC-EFCE-5696-684D593F4A04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B0AA87A-1EDF-5DE4-C7C2-26DDDC7E4354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A0E948B-67FD-F4FE-E3A6-058D423062F7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28DAA8C-B514-90C6-5796-3221474125B8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0823FB2-4F09-8F89-9C97-D89D45205ADD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95D8AA1C-852A-26A6-DD38-815CF6EC95EC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88470A8-888B-9975-693A-7DB2A061F467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3847EB4-A3B4-2973-D983-4D98033A57D3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A43E063-D467-E443-F991-384977064EEC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9A1DB1E-D3EC-F380-2FC4-A33943F50E02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82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90BCE86D-6DBB-675B-166A-540BA5E86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48727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339202" y="291104"/>
            <a:ext cx="4852798" cy="166508"/>
          </a:xfrm>
        </p:spPr>
        <p:txBody>
          <a:bodyPr/>
          <a:lstStyle/>
          <a:p>
            <a:r>
              <a:rPr lang="en-US" altLang="ko-KR" dirty="0"/>
              <a:t>2-3.1.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 </a:t>
            </a:r>
            <a:r>
              <a:rPr lang="en-US" altLang="ko-KR" dirty="0"/>
              <a:t>– </a:t>
            </a:r>
            <a:r>
              <a:rPr lang="ko-KR" altLang="en-US" dirty="0"/>
              <a:t>구매완료</a:t>
            </a:r>
            <a:r>
              <a:rPr lang="en-US" altLang="ko-KR" dirty="0"/>
              <a:t>(</a:t>
            </a:r>
            <a:r>
              <a:rPr lang="ko-KR" altLang="en-US" dirty="0"/>
              <a:t>무통장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954713"/>
              </p:ext>
            </p:extLst>
          </p:nvPr>
        </p:nvGraphicFramePr>
        <p:xfrm>
          <a:off x="8829675" y="752260"/>
          <a:ext cx="3095625" cy="390107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구매완료 화면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무통장</a:t>
                      </a:r>
                      <a:r>
                        <a:rPr lang="en-US" altLang="ko-KR" sz="8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무통장 입금 시 노출화면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1)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발급정보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2)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구매상품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금액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3)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주문번호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4)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입금 계좌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예금주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은행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계좌번호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입금 기한 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발급정보 텍스트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입력한 발급정보 호출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: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발급안함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</a:rPr>
                        <a:t>현금영수증 발행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세금계산서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</a:rPr>
                        <a:t> 발행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메인페이지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메인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Home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으로 변경 </a:t>
                      </a: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 </a:t>
                      </a:r>
                      <a:r>
                        <a:rPr lang="ko-KR" altLang="en-US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적용하였습니다</a:t>
                      </a: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마이페이지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마이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My account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 변경 </a:t>
                      </a: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&gt; </a:t>
                      </a:r>
                      <a:r>
                        <a:rPr lang="ko-KR" altLang="en-US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적용하였습니다</a:t>
                      </a:r>
                      <a:r>
                        <a:rPr lang="en-US" altLang="ko-KR" sz="800" baseline="0" dirty="0">
                          <a:solidFill>
                            <a:srgbClr val="7030A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C665B1-3D3F-0217-10AB-24474DF76895}"/>
              </a:ext>
            </a:extLst>
          </p:cNvPr>
          <p:cNvSpPr/>
          <p:nvPr/>
        </p:nvSpPr>
        <p:spPr>
          <a:xfrm>
            <a:off x="2464526" y="1507474"/>
            <a:ext cx="6190977" cy="43381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151C79-0859-B2FF-A42F-E5C1FC740020}"/>
              </a:ext>
            </a:extLst>
          </p:cNvPr>
          <p:cNvSpPr/>
          <p:nvPr/>
        </p:nvSpPr>
        <p:spPr>
          <a:xfrm>
            <a:off x="4090101" y="5223883"/>
            <a:ext cx="1594640" cy="3869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home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4F6160-8F40-0111-42DB-8474E2426B67}"/>
              </a:ext>
            </a:extLst>
          </p:cNvPr>
          <p:cNvSpPr txBox="1"/>
          <p:nvPr/>
        </p:nvSpPr>
        <p:spPr>
          <a:xfrm>
            <a:off x="4378441" y="1747012"/>
            <a:ext cx="2363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구매가 완료되었습니다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875AF08-2FAC-14EF-8E26-9280C335E2BB}"/>
              </a:ext>
            </a:extLst>
          </p:cNvPr>
          <p:cNvSpPr/>
          <p:nvPr/>
        </p:nvSpPr>
        <p:spPr>
          <a:xfrm>
            <a:off x="5928426" y="5223883"/>
            <a:ext cx="1594640" cy="3869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My account</a:t>
            </a:r>
            <a:endParaRPr lang="ko-KR" altLang="en-US" sz="1400" dirty="0"/>
          </a:p>
        </p:txBody>
      </p:sp>
      <p:graphicFrame>
        <p:nvGraphicFramePr>
          <p:cNvPr id="40" name="표 5">
            <a:extLst>
              <a:ext uri="{FF2B5EF4-FFF2-40B4-BE49-F238E27FC236}">
                <a16:creationId xmlns:a16="http://schemas.microsoft.com/office/drawing/2014/main" id="{25BF3802-C882-EF9A-2770-1956A4AF1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604338"/>
              </p:ext>
            </p:extLst>
          </p:nvPr>
        </p:nvGraphicFramePr>
        <p:xfrm>
          <a:off x="2879822" y="2693300"/>
          <a:ext cx="5342446" cy="227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82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3786625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결제수단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</a:rPr>
                        <a:t>무통장입금 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</a:rPr>
                        <a:t>현금영수증 발행</a:t>
                      </a:r>
                      <a:r>
                        <a:rPr lang="en-US" altLang="ko-KR" sz="1050" b="0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주문제품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u="none" dirty="0" err="1">
                          <a:solidFill>
                            <a:schemeClr val="tx1"/>
                          </a:solidFill>
                        </a:rPr>
                        <a:t>piknic</a:t>
                      </a:r>
                      <a:r>
                        <a:rPr lang="en-US" altLang="ko-KR" sz="1050" u="none" dirty="0">
                          <a:solidFill>
                            <a:schemeClr val="tx1"/>
                          </a:solidFill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결제요청금액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43,000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633820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주문번호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230501-115565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228696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예금주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주식회사 </a:t>
                      </a:r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</a:rPr>
                        <a:t>글린트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363485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신한은행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608687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입금계좌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123-456-7890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67126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입금기한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2023-08-30</a:t>
                      </a:r>
                      <a:endParaRPr lang="ko-KR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29067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0FC048A-1858-0360-7473-EEC2B8DE159B}"/>
              </a:ext>
            </a:extLst>
          </p:cNvPr>
          <p:cNvSpPr txBox="1"/>
          <p:nvPr/>
        </p:nvSpPr>
        <p:spPr>
          <a:xfrm>
            <a:off x="2809631" y="23828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결제정보</a:t>
            </a:r>
          </a:p>
        </p:txBody>
      </p:sp>
      <p:sp>
        <p:nvSpPr>
          <p:cNvPr id="43" name="AutoShape 256">
            <a:extLst>
              <a:ext uri="{FF2B5EF4-FFF2-40B4-BE49-F238E27FC236}">
                <a16:creationId xmlns:a16="http://schemas.microsoft.com/office/drawing/2014/main" id="{5A2ECD78-A310-66E1-1137-520036E1E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202" y="2577251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9" name="AutoShape 256">
            <a:extLst>
              <a:ext uri="{FF2B5EF4-FFF2-40B4-BE49-F238E27FC236}">
                <a16:creationId xmlns:a16="http://schemas.microsoft.com/office/drawing/2014/main" id="{B84102E2-BE9C-2672-C2BE-74C3B7944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236" y="50776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50" name="AutoShape 256">
            <a:extLst>
              <a:ext uri="{FF2B5EF4-FFF2-40B4-BE49-F238E27FC236}">
                <a16:creationId xmlns:a16="http://schemas.microsoft.com/office/drawing/2014/main" id="{DC4112CA-DCD4-EF78-EE94-052CE983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981" y="50776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698A1A-27C6-3916-197F-184F1E23708D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A55047-838E-15A4-291D-78F28B4CBF2E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B2BCDC-853E-D6B4-C039-79F571801EA9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9609B35-7FE4-8C28-C805-8EC3200338DF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5EA397E-763D-7431-8574-33D8C9C294E1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7CD061-2873-2680-C240-6C8B35FCF610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4F9A1B-F7DA-133E-3E3B-0DBC73BE16A9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D182D9-16C9-E861-A306-A567E9E01B42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CFA2EB-622C-3959-0DB6-87498571DDB2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2" name="Picture 2" descr="로그인 - 무료 사람들개 아이콘">
              <a:extLst>
                <a:ext uri="{FF2B5EF4-FFF2-40B4-BE49-F238E27FC236}">
                  <a16:creationId xmlns:a16="http://schemas.microsoft.com/office/drawing/2014/main" id="{85F155FF-6A6E-7BFF-550D-156E58AC5F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947F5A08-44F1-7E9E-8CB2-167BB2457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5A46E34B-927F-B3EA-AFBB-E20954885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FBDE0D6C-6605-87A7-DC7F-ADFBBDF42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AB4F94C-02CE-0BC9-7678-1D3EB74CCB25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CDE44AD9-6950-F95C-B1E0-65F666D819BC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F341FEA-1EB6-B46F-0C29-DABB7B5CD78E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B019589-34A6-285A-3481-170BB33E3DDB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E073BA2-B046-F3A5-5C3E-24F0D25D3FE9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84A5CEA-3A4F-160A-9B0F-A8F524FA0164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B349B6D-A904-B87C-91ED-EE1030E21CC2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6C7BC30-F5CD-505E-C114-C0450555E599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A01E6E9-F957-E694-FC8E-BCCF8BB77E4C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1C5F79C-0C7E-02EC-A86C-24AB49C4031B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BAB666-FB00-DC86-310B-7F1A6C731C8A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7529C61-AB47-59EE-D921-186B740E5F7A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0D7A25-AE40-0767-A775-C4C36B3CBCD8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C0B877-438C-FAE8-32B7-10DEABB8DF94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9ED56E0-1153-06C7-C5EB-76916A9189D0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17B802E-D8E1-6E31-AD36-7CE6D3EC8C61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58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B886BB87-794D-5338-96F5-EBB2B88B2D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66563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2-3.2. shop</a:t>
            </a:r>
            <a:r>
              <a:rPr lang="ko-KR" altLang="en-US" dirty="0"/>
              <a:t>메뉴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– </a:t>
            </a:r>
            <a:r>
              <a:rPr lang="ko-KR" altLang="en-US" dirty="0"/>
              <a:t>상품 상세 페이지 </a:t>
            </a:r>
            <a:r>
              <a:rPr lang="en-US" altLang="ko-KR" dirty="0"/>
              <a:t>– </a:t>
            </a:r>
            <a:r>
              <a:rPr lang="ko-KR" altLang="en-US" dirty="0"/>
              <a:t>구매하기 </a:t>
            </a:r>
            <a:r>
              <a:rPr lang="en-US" altLang="ko-KR" dirty="0"/>
              <a:t>– </a:t>
            </a:r>
            <a:r>
              <a:rPr lang="ko-KR" altLang="en-US" dirty="0"/>
              <a:t>구매완료</a:t>
            </a:r>
            <a:r>
              <a:rPr lang="en-US" altLang="ko-KR" dirty="0"/>
              <a:t>(PG</a:t>
            </a:r>
            <a:r>
              <a:rPr lang="ko-KR" altLang="en-US" dirty="0"/>
              <a:t>결제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65093"/>
              </p:ext>
            </p:extLst>
          </p:nvPr>
        </p:nvGraphicFramePr>
        <p:xfrm>
          <a:off x="8829675" y="752260"/>
          <a:ext cx="3095625" cy="3609744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구매완료 화면</a:t>
                      </a:r>
                      <a:r>
                        <a:rPr lang="en-US" altLang="ko-KR" sz="800" b="1" dirty="0"/>
                        <a:t>(PG</a:t>
                      </a:r>
                      <a:r>
                        <a:rPr lang="ko-KR" altLang="en-US" sz="800" b="1" dirty="0"/>
                        <a:t>결제</a:t>
                      </a:r>
                      <a:r>
                        <a:rPr lang="en-US" altLang="ko-KR" sz="8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무통장 입금 시 노출화면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1)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결제수단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2)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구매상품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금액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3)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주문번호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결제수단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PG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사 결제수단 안내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: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신용카드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  :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</a:rPr>
                        <a:t>실시간 계좌이체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메인페이지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메인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마이페이지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마이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C665B1-3D3F-0217-10AB-24474DF76895}"/>
              </a:ext>
            </a:extLst>
          </p:cNvPr>
          <p:cNvSpPr/>
          <p:nvPr/>
        </p:nvSpPr>
        <p:spPr>
          <a:xfrm>
            <a:off x="2464526" y="1507474"/>
            <a:ext cx="6190977" cy="43381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4F6160-8F40-0111-42DB-8474E2426B67}"/>
              </a:ext>
            </a:extLst>
          </p:cNvPr>
          <p:cNvSpPr txBox="1"/>
          <p:nvPr/>
        </p:nvSpPr>
        <p:spPr>
          <a:xfrm>
            <a:off x="4378441" y="1747012"/>
            <a:ext cx="2363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구매가 완료되었습니다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graphicFrame>
        <p:nvGraphicFramePr>
          <p:cNvPr id="40" name="표 5">
            <a:extLst>
              <a:ext uri="{FF2B5EF4-FFF2-40B4-BE49-F238E27FC236}">
                <a16:creationId xmlns:a16="http://schemas.microsoft.com/office/drawing/2014/main" id="{25BF3802-C882-EF9A-2770-1956A4AF1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236944"/>
              </p:ext>
            </p:extLst>
          </p:nvPr>
        </p:nvGraphicFramePr>
        <p:xfrm>
          <a:off x="2879822" y="3141774"/>
          <a:ext cx="5342446" cy="113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82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  <a:gridCol w="3786625">
                  <a:extLst>
                    <a:ext uri="{9D8B030D-6E8A-4147-A177-3AD203B41FA5}">
                      <a16:colId xmlns:a16="http://schemas.microsoft.com/office/drawing/2014/main" val="3372685470"/>
                    </a:ext>
                  </a:extLst>
                </a:gridCol>
              </a:tblGrid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결제수단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u="none" dirty="0">
                          <a:solidFill>
                            <a:schemeClr val="tx1"/>
                          </a:solidFill>
                        </a:rPr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주문제품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u="none" dirty="0" err="1">
                          <a:solidFill>
                            <a:schemeClr val="tx1"/>
                          </a:solidFill>
                        </a:rPr>
                        <a:t>piknic</a:t>
                      </a:r>
                      <a:r>
                        <a:rPr lang="en-US" altLang="ko-KR" sz="1050" u="none" dirty="0">
                          <a:solidFill>
                            <a:schemeClr val="tx1"/>
                          </a:solidFill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결제요청금액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43,000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633820"/>
                  </a:ext>
                </a:extLst>
              </a:tr>
              <a:tr h="2845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주문번호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230501-115565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22869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0FC048A-1858-0360-7473-EEC2B8DE159B}"/>
              </a:ext>
            </a:extLst>
          </p:cNvPr>
          <p:cNvSpPr txBox="1"/>
          <p:nvPr/>
        </p:nvSpPr>
        <p:spPr>
          <a:xfrm>
            <a:off x="2809631" y="283135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결제정보</a:t>
            </a:r>
          </a:p>
        </p:txBody>
      </p:sp>
      <p:sp>
        <p:nvSpPr>
          <p:cNvPr id="43" name="AutoShape 256">
            <a:extLst>
              <a:ext uri="{FF2B5EF4-FFF2-40B4-BE49-F238E27FC236}">
                <a16:creationId xmlns:a16="http://schemas.microsoft.com/office/drawing/2014/main" id="{5A2ECD78-A310-66E1-1137-520036E1E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8147" y="314480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C9DC53-EB3C-1F02-D860-B8756EFD4459}"/>
              </a:ext>
            </a:extLst>
          </p:cNvPr>
          <p:cNvSpPr/>
          <p:nvPr/>
        </p:nvSpPr>
        <p:spPr>
          <a:xfrm>
            <a:off x="4090101" y="5223883"/>
            <a:ext cx="1594640" cy="3869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home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BD0E40-1EAA-3851-4E43-EEBA198BAEC8}"/>
              </a:ext>
            </a:extLst>
          </p:cNvPr>
          <p:cNvSpPr/>
          <p:nvPr/>
        </p:nvSpPr>
        <p:spPr>
          <a:xfrm>
            <a:off x="5928426" y="5223883"/>
            <a:ext cx="1594640" cy="3869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My account</a:t>
            </a:r>
            <a:endParaRPr lang="ko-KR" altLang="en-US" sz="1400" dirty="0"/>
          </a:p>
        </p:txBody>
      </p:sp>
      <p:sp>
        <p:nvSpPr>
          <p:cNvPr id="50" name="AutoShape 256">
            <a:extLst>
              <a:ext uri="{FF2B5EF4-FFF2-40B4-BE49-F238E27FC236}">
                <a16:creationId xmlns:a16="http://schemas.microsoft.com/office/drawing/2014/main" id="{DC4112CA-DCD4-EF78-EE94-052CE983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981" y="50776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49" name="AutoShape 256">
            <a:extLst>
              <a:ext uri="{FF2B5EF4-FFF2-40B4-BE49-F238E27FC236}">
                <a16:creationId xmlns:a16="http://schemas.microsoft.com/office/drawing/2014/main" id="{B84102E2-BE9C-2672-C2BE-74C3B7944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236" y="50776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0CFA7B0-E9A0-1052-83CF-626EEE075856}"/>
              </a:ext>
            </a:extLst>
          </p:cNvPr>
          <p:cNvGrpSpPr/>
          <p:nvPr/>
        </p:nvGrpSpPr>
        <p:grpSpPr>
          <a:xfrm>
            <a:off x="237716" y="733331"/>
            <a:ext cx="2098766" cy="6880879"/>
            <a:chOff x="237716" y="733331"/>
            <a:chExt cx="2098766" cy="688087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6CD59A0-0D36-0BF8-499F-804A21CFB29B}"/>
                </a:ext>
              </a:extLst>
            </p:cNvPr>
            <p:cNvSpPr/>
            <p:nvPr/>
          </p:nvSpPr>
          <p:spPr>
            <a:xfrm>
              <a:off x="237716" y="733331"/>
              <a:ext cx="2098766" cy="68808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1284AFE-63EE-6A76-63B3-7688AFB1AE6B}"/>
                </a:ext>
              </a:extLst>
            </p:cNvPr>
            <p:cNvSpPr/>
            <p:nvPr/>
          </p:nvSpPr>
          <p:spPr>
            <a:xfrm>
              <a:off x="397320" y="88653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4D872A9-FA17-7D4D-C7A8-480FE70A966B}"/>
                </a:ext>
              </a:extLst>
            </p:cNvPr>
            <p:cNvCxnSpPr/>
            <p:nvPr/>
          </p:nvCxnSpPr>
          <p:spPr>
            <a:xfrm>
              <a:off x="385761" y="155946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EF395A8-A175-86DD-CEBC-90C6ABAE2D98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00979C5-4C90-0ED1-EE3E-95FB6570095A}"/>
                </a:ext>
              </a:extLst>
            </p:cNvPr>
            <p:cNvSpPr txBox="1"/>
            <p:nvPr/>
          </p:nvSpPr>
          <p:spPr>
            <a:xfrm>
              <a:off x="427438" y="484100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34B96A-DEBB-DE18-2FE6-00FFAC8379DF}"/>
                </a:ext>
              </a:extLst>
            </p:cNvPr>
            <p:cNvSpPr txBox="1"/>
            <p:nvPr/>
          </p:nvSpPr>
          <p:spPr>
            <a:xfrm>
              <a:off x="427438" y="510479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E0BDF3-CA59-5C8A-3198-7ADFC0A1149E}"/>
                </a:ext>
              </a:extLst>
            </p:cNvPr>
            <p:cNvSpPr txBox="1"/>
            <p:nvPr/>
          </p:nvSpPr>
          <p:spPr>
            <a:xfrm>
              <a:off x="427438" y="5368585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465AD7A-EA0C-08D3-9C75-081D49A94558}"/>
                </a:ext>
              </a:extLst>
            </p:cNvPr>
            <p:cNvCxnSpPr/>
            <p:nvPr/>
          </p:nvCxnSpPr>
          <p:spPr>
            <a:xfrm>
              <a:off x="391885" y="480804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5" name="Picture 2" descr="로그인 - 무료 사람들개 아이콘">
              <a:extLst>
                <a:ext uri="{FF2B5EF4-FFF2-40B4-BE49-F238E27FC236}">
                  <a16:creationId xmlns:a16="http://schemas.microsoft.com/office/drawing/2014/main" id="{49B2A1EB-F001-FED8-8996-4A987662D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6208386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5CB84779-C29B-9017-0159-E9534893B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793617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A2F8C975-3599-D9B3-BA68-D6195B948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6637918"/>
              <a:ext cx="1689735" cy="376847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EBB99FB6-B70C-AEED-DAA5-A57262EA4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996667"/>
              <a:ext cx="1085850" cy="361950"/>
            </a:xfrm>
            <a:prstGeom prst="rect">
              <a:avLst/>
            </a:prstGeom>
          </p:spPr>
        </p:pic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BA456843-240F-5161-0634-9D72F63DA698}"/>
                </a:ext>
              </a:extLst>
            </p:cNvPr>
            <p:cNvCxnSpPr/>
            <p:nvPr/>
          </p:nvCxnSpPr>
          <p:spPr>
            <a:xfrm>
              <a:off x="365760" y="6533415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742180BD-C9B6-D1A2-4E0D-047DD2DE39D4}"/>
                </a:ext>
              </a:extLst>
            </p:cNvPr>
            <p:cNvCxnSpPr/>
            <p:nvPr/>
          </p:nvCxnSpPr>
          <p:spPr>
            <a:xfrm>
              <a:off x="391885" y="5732799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4C42095-BC45-950E-FCE4-BCC6E083FF8A}"/>
                </a:ext>
              </a:extLst>
            </p:cNvPr>
            <p:cNvSpPr txBox="1"/>
            <p:nvPr/>
          </p:nvSpPr>
          <p:spPr>
            <a:xfrm>
              <a:off x="821477" y="616545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6DDC511-3ABA-751F-0CAD-257931AFB83D}"/>
                </a:ext>
              </a:extLst>
            </p:cNvPr>
            <p:cNvSpPr txBox="1"/>
            <p:nvPr/>
          </p:nvSpPr>
          <p:spPr>
            <a:xfrm>
              <a:off x="838290" y="5771466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EC51F71-A7D2-6172-E61F-3E31F58A1747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D19AF0C-53DC-C5E2-E116-EA0D6AE9E241}"/>
                </a:ext>
              </a:extLst>
            </p:cNvPr>
            <p:cNvSpPr txBox="1"/>
            <p:nvPr/>
          </p:nvSpPr>
          <p:spPr>
            <a:xfrm>
              <a:off x="403444" y="2112668"/>
              <a:ext cx="13730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b="1" u="sng" kern="1200" dirty="0" err="1">
                  <a:latin typeface="+mn-lt"/>
                  <a:ea typeface="+mn-ea"/>
                  <a:cs typeface="+mn-cs"/>
                </a:rPr>
                <a:t>piknic</a:t>
              </a:r>
              <a:r>
                <a:rPr lang="en-US" altLang="ko-KR" sz="1000" b="1" u="sng" kern="1200" dirty="0">
                  <a:latin typeface="+mn-lt"/>
                  <a:ea typeface="+mn-ea"/>
                  <a:cs typeface="+mn-cs"/>
                </a:rPr>
                <a:t> exclusive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19E6D76-69C9-2BEB-C6E6-D87A42DC0E6B}"/>
                </a:ext>
              </a:extLst>
            </p:cNvPr>
            <p:cNvSpPr txBox="1"/>
            <p:nvPr/>
          </p:nvSpPr>
          <p:spPr>
            <a:xfrm>
              <a:off x="403444" y="3057413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Exhibition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631B2A9-C01B-CE32-93CA-A9B3343E2A45}"/>
                </a:ext>
              </a:extLst>
            </p:cNvPr>
            <p:cNvSpPr txBox="1"/>
            <p:nvPr/>
          </p:nvSpPr>
          <p:spPr>
            <a:xfrm>
              <a:off x="403444" y="3355277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Lifestyle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8585B2-E7E1-F01A-BDDA-7FF2D3E2EF6A}"/>
                </a:ext>
              </a:extLst>
            </p:cNvPr>
            <p:cNvSpPr txBox="1"/>
            <p:nvPr/>
          </p:nvSpPr>
          <p:spPr>
            <a:xfrm>
              <a:off x="403444" y="365314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Paper &amp; Desk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23B1622-0BF9-3743-E88A-F5EE5245F816}"/>
                </a:ext>
              </a:extLst>
            </p:cNvPr>
            <p:cNvSpPr txBox="1"/>
            <p:nvPr/>
          </p:nvSpPr>
          <p:spPr>
            <a:xfrm>
              <a:off x="403444" y="3951004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Books &amp; Culture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785567B-6390-F5E0-EC4C-CF80CE8A061F}"/>
                </a:ext>
              </a:extLst>
            </p:cNvPr>
            <p:cNvSpPr txBox="1"/>
            <p:nvPr/>
          </p:nvSpPr>
          <p:spPr>
            <a:xfrm>
              <a:off x="403444" y="4441012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9B8B099-606B-EC8A-E335-AFB723D6E1C2}"/>
                </a:ext>
              </a:extLst>
            </p:cNvPr>
            <p:cNvGrpSpPr/>
            <p:nvPr/>
          </p:nvGrpSpPr>
          <p:grpSpPr>
            <a:xfrm>
              <a:off x="534322" y="2336698"/>
              <a:ext cx="1373046" cy="658442"/>
              <a:chOff x="691503" y="2039703"/>
              <a:chExt cx="1373046" cy="658442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0A90077-3C7B-45D9-F524-B7311928F6E8}"/>
                  </a:ext>
                </a:extLst>
              </p:cNvPr>
              <p:cNvSpPr txBox="1"/>
              <p:nvPr/>
            </p:nvSpPr>
            <p:spPr>
              <a:xfrm>
                <a:off x="691503" y="2039703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b="1" u="sng" dirty="0" err="1">
                    <a:solidFill>
                      <a:srgbClr val="C00000"/>
                    </a:solidFill>
                  </a:rPr>
                  <a:t>piknic</a:t>
                </a:r>
                <a:r>
                  <a:rPr lang="en-US" altLang="ko-KR" b="1" u="sng" dirty="0">
                    <a:solidFill>
                      <a:srgbClr val="C00000"/>
                    </a:solidFill>
                  </a:rPr>
                  <a:t> edition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C0F808C-280B-6E27-B9EE-FE1F873ADECA}"/>
                  </a:ext>
                </a:extLst>
              </p:cNvPr>
              <p:cNvSpPr txBox="1"/>
              <p:nvPr/>
            </p:nvSpPr>
            <p:spPr>
              <a:xfrm>
                <a:off x="691503" y="2187369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800"/>
                </a:lvl1pPr>
              </a:lstStyle>
              <a:p>
                <a:r>
                  <a:rPr lang="en-US" altLang="ko-KR" dirty="0" err="1"/>
                  <a:t>piknic</a:t>
                </a:r>
                <a:r>
                  <a:rPr lang="en-US" altLang="ko-KR" dirty="0"/>
                  <a:t> × PLYS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64450FB-BEC9-D977-9A43-5FD1C78C7F0D}"/>
                  </a:ext>
                </a:extLst>
              </p:cNvPr>
              <p:cNvSpPr txBox="1"/>
              <p:nvPr/>
            </p:nvSpPr>
            <p:spPr>
              <a:xfrm>
                <a:off x="691503" y="2335035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Lawn Chair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B01FC32-D6E2-E014-A324-44D120B5F409}"/>
                  </a:ext>
                </a:extLst>
              </p:cNvPr>
              <p:cNvSpPr txBox="1"/>
              <p:nvPr/>
            </p:nvSpPr>
            <p:spPr>
              <a:xfrm>
                <a:off x="691503" y="2482701"/>
                <a:ext cx="13730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800" dirty="0" err="1"/>
                  <a:t>piknic</a:t>
                </a:r>
                <a:r>
                  <a:rPr lang="en-US" altLang="ko-KR" sz="800" dirty="0"/>
                  <a:t> × </a:t>
                </a:r>
                <a:r>
                  <a:rPr lang="en-US" altLang="ko-KR" sz="800" dirty="0" err="1"/>
                  <a:t>mmo</a:t>
                </a:r>
                <a:r>
                  <a:rPr lang="en-US" altLang="ko-KR" sz="800" dirty="0"/>
                  <a:t> Backpack</a:t>
                </a:r>
              </a:p>
            </p:txBody>
          </p:sp>
        </p:grpSp>
        <p:pic>
          <p:nvPicPr>
            <p:cNvPr id="60" name="Picture 4" descr="마우스 커서 아이콘 - 21,259종의 무료 아이콘">
              <a:extLst>
                <a:ext uri="{FF2B5EF4-FFF2-40B4-BE49-F238E27FC236}">
                  <a16:creationId xmlns:a16="http://schemas.microsoft.com/office/drawing/2014/main" id="{437DDFD1-EFA1-FFCF-E26E-A1B52266A2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621" y="2457968"/>
              <a:ext cx="188977" cy="188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88177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3. about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8313"/>
              </p:ext>
            </p:extLst>
          </p:nvPr>
        </p:nvGraphicFramePr>
        <p:xfrm>
          <a:off x="8829675" y="752260"/>
          <a:ext cx="3095625" cy="309628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추후 전달해 드리겠습니다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492D21-71D7-7BDB-A9EB-D3153E1A4EBE}"/>
              </a:ext>
            </a:extLst>
          </p:cNvPr>
          <p:cNvSpPr/>
          <p:nvPr/>
        </p:nvSpPr>
        <p:spPr>
          <a:xfrm>
            <a:off x="2547121" y="984069"/>
            <a:ext cx="6022113" cy="5408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C4304-F6EE-9932-242B-FA6AE7C89F10}"/>
              </a:ext>
            </a:extLst>
          </p:cNvPr>
          <p:cNvSpPr txBox="1"/>
          <p:nvPr/>
        </p:nvSpPr>
        <p:spPr>
          <a:xfrm>
            <a:off x="3729377" y="3719426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aseline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Wingdings" pitchFamily="2" charset="2"/>
              </a:rPr>
              <a:t>페이지 원고 전달 요망</a:t>
            </a:r>
            <a:endParaRPr lang="en-US" altLang="ko-KR" sz="1050" baseline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sym typeface="Wingdings" pitchFamily="2" charset="2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ED443C-0CDE-75F1-CC54-C5DF3AA0965F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9170707-9347-BB9C-21EF-1D5169D2120A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253E1A-3B38-D944-AF14-1A4E8DBDBDFB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DBF6C2-5A95-2F08-4B57-6B92D982A778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b="1" u="sng" kern="1200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about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0A4283-6E3B-BFEE-AB0D-74B67FD695EB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contact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77AFC2-701D-6F0D-F68A-EA40DC59E4DA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7F3E847-BE89-EF65-CC67-2B2A56CC544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9" name="Picture 2" descr="로그인 - 무료 사람들개 아이콘">
              <a:extLst>
                <a:ext uri="{FF2B5EF4-FFF2-40B4-BE49-F238E27FC236}">
                  <a16:creationId xmlns:a16="http://schemas.microsoft.com/office/drawing/2014/main" id="{05B97EB7-32BC-2CF4-CA85-61A4EA5A30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B5DAB47D-038C-BB1C-1661-E40C86F20B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9D2C609-D9BF-7C44-0ED7-0EAA78805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5F8CAE9-F908-4527-2D4D-29CE37C4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97A6CED-137A-3104-1007-F00768754EB2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0352F7B-59E4-2BFC-4137-AB22989A3918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A333CC2-8159-12F2-15A8-F961CDBB8C0F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A1084C-B25D-FF5C-2CB1-4E12927F3C86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041377D-9908-FF62-04A1-840120BDDBFD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4BB26F5-CF6F-BB74-7BAD-F83785662753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8487BA8A-E909-173F-1F44-777E8E9C737E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67A281-CAB9-EFA5-2E94-CCFCD173586E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C3C4C9-3C36-CD6A-9D55-14C163EC56DA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F3BA810-EDA5-9C06-B44D-E069947B33F7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E1D1E6C-3F87-3F4E-74EF-510F0730ED4D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FE8F4A7-134D-AF0C-F458-1E9B66109B9C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71623E4-2E54-0943-FC3F-AF8A3FD2F4BB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9787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4. contact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71795"/>
              </p:ext>
            </p:extLst>
          </p:nvPr>
        </p:nvGraphicFramePr>
        <p:xfrm>
          <a:off x="8829675" y="752260"/>
          <a:ext cx="3095625" cy="309628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contact </a:t>
                      </a:r>
                      <a:r>
                        <a:rPr lang="ko-KR" altLang="en-US" sz="800" b="1" dirty="0"/>
                        <a:t>페이지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상단 비주얼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지도 및 주소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교통안내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전화번호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7030A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A4043C7-3EBD-26AA-1B53-E4935E6B1901}"/>
              </a:ext>
            </a:extLst>
          </p:cNvPr>
          <p:cNvGrpSpPr/>
          <p:nvPr/>
        </p:nvGrpSpPr>
        <p:grpSpPr>
          <a:xfrm>
            <a:off x="2464526" y="1110788"/>
            <a:ext cx="6190977" cy="2535547"/>
            <a:chOff x="262550" y="1896962"/>
            <a:chExt cx="8519311" cy="4507192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F20623EB-9762-70FA-DDCC-BC491AC49DEF}"/>
                </a:ext>
              </a:extLst>
            </p:cNvPr>
            <p:cNvCxnSpPr>
              <a:cxnSpLocks/>
            </p:cNvCxnSpPr>
            <p:nvPr/>
          </p:nvCxnSpPr>
          <p:spPr>
            <a:xfrm>
              <a:off x="262550" y="1896962"/>
              <a:ext cx="8492151" cy="450719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BC2EF3F-6FD7-68EA-F042-FDEC49B70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550" y="1904582"/>
              <a:ext cx="8519311" cy="449957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4B91F21-13F3-9DC9-0294-67C1AD06A0BD}"/>
                </a:ext>
              </a:extLst>
            </p:cNvPr>
            <p:cNvSpPr/>
            <p:nvPr/>
          </p:nvSpPr>
          <p:spPr>
            <a:xfrm>
              <a:off x="262550" y="1904582"/>
              <a:ext cx="8492151" cy="4499572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0D55E42-604B-B2ED-A1D6-1C86E06F7CAE}"/>
              </a:ext>
            </a:extLst>
          </p:cNvPr>
          <p:cNvGrpSpPr/>
          <p:nvPr/>
        </p:nvGrpSpPr>
        <p:grpSpPr>
          <a:xfrm>
            <a:off x="5233838" y="4513078"/>
            <a:ext cx="3401928" cy="2166995"/>
            <a:chOff x="262550" y="1896962"/>
            <a:chExt cx="8519311" cy="4507192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EA407C9-99E9-1CB7-4256-77738892A855}"/>
                </a:ext>
              </a:extLst>
            </p:cNvPr>
            <p:cNvCxnSpPr>
              <a:cxnSpLocks/>
            </p:cNvCxnSpPr>
            <p:nvPr/>
          </p:nvCxnSpPr>
          <p:spPr>
            <a:xfrm>
              <a:off x="262550" y="1896962"/>
              <a:ext cx="8492151" cy="450719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161A561-C7F9-196B-AB81-FCDA2B11AD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550" y="1904582"/>
              <a:ext cx="8519311" cy="4499572"/>
            </a:xfrm>
            <a:prstGeom prst="line">
              <a:avLst/>
            </a:prstGeom>
            <a:noFill/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13D63E0-531D-1356-D1DA-00A65D60C91B}"/>
                </a:ext>
              </a:extLst>
            </p:cNvPr>
            <p:cNvSpPr/>
            <p:nvPr/>
          </p:nvSpPr>
          <p:spPr>
            <a:xfrm>
              <a:off x="262550" y="1904582"/>
              <a:ext cx="8492151" cy="4499572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5124" name="Picture 4" descr="핀에서, , 지도 아이콘 에 Demo icons">
            <a:extLst>
              <a:ext uri="{FF2B5EF4-FFF2-40B4-BE49-F238E27FC236}">
                <a16:creationId xmlns:a16="http://schemas.microsoft.com/office/drawing/2014/main" id="{F5801D74-5073-900D-514F-0EA0CC51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967" y="5472101"/>
            <a:ext cx="270824" cy="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E0F5CE-7710-E6EA-7BF7-8196496997C1}"/>
              </a:ext>
            </a:extLst>
          </p:cNvPr>
          <p:cNvSpPr/>
          <p:nvPr/>
        </p:nvSpPr>
        <p:spPr>
          <a:xfrm>
            <a:off x="3502878" y="2300400"/>
            <a:ext cx="4073510" cy="16944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A5A5A5"/>
                </a:solidFill>
              </a:rPr>
              <a:t>비주얼</a:t>
            </a:r>
            <a:r>
              <a:rPr lang="en-US" altLang="ko-KR" sz="1000">
                <a:solidFill>
                  <a:srgbClr val="A5A5A5"/>
                </a:solidFill>
              </a:rPr>
              <a:t> </a:t>
            </a:r>
            <a:r>
              <a:rPr lang="ko-KR" altLang="en-US" sz="1000">
                <a:solidFill>
                  <a:srgbClr val="A5A5A5"/>
                </a:solidFill>
              </a:rPr>
              <a:t>이미지</a:t>
            </a:r>
            <a:endParaRPr lang="en-US" altLang="ko-KR" sz="1000" dirty="0">
              <a:solidFill>
                <a:srgbClr val="A5A5A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EE489B-84A4-5939-68E0-DA8F54B3E0E8}"/>
              </a:ext>
            </a:extLst>
          </p:cNvPr>
          <p:cNvSpPr txBox="1"/>
          <p:nvPr/>
        </p:nvSpPr>
        <p:spPr>
          <a:xfrm>
            <a:off x="2521958" y="5596576"/>
            <a:ext cx="697627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dirty="0">
                <a:solidFill>
                  <a:schemeClr val="bg1"/>
                </a:solidFill>
              </a:rPr>
              <a:t>전화번호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6EA6A6-E884-F8D7-AF3A-552EA548DBEE}"/>
              </a:ext>
            </a:extLst>
          </p:cNvPr>
          <p:cNvSpPr/>
          <p:nvPr/>
        </p:nvSpPr>
        <p:spPr>
          <a:xfrm>
            <a:off x="2468571" y="4513078"/>
            <a:ext cx="2684454" cy="2163331"/>
          </a:xfrm>
          <a:prstGeom prst="rect">
            <a:avLst/>
          </a:prstGeom>
          <a:noFill/>
          <a:ln w="6350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D3572-DEE0-4D71-3535-8124CA9A5037}"/>
              </a:ext>
            </a:extLst>
          </p:cNvPr>
          <p:cNvSpPr txBox="1"/>
          <p:nvPr/>
        </p:nvSpPr>
        <p:spPr>
          <a:xfrm>
            <a:off x="4848245" y="3865137"/>
            <a:ext cx="1373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20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contact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E7E4A7-810C-C48B-B2A5-81045E356D29}"/>
              </a:ext>
            </a:extLst>
          </p:cNvPr>
          <p:cNvSpPr/>
          <p:nvPr/>
        </p:nvSpPr>
        <p:spPr>
          <a:xfrm>
            <a:off x="2601698" y="4634892"/>
            <a:ext cx="1095445" cy="406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logo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55ACE9-C596-FBFE-DED7-AD5853E99084}"/>
              </a:ext>
            </a:extLst>
          </p:cNvPr>
          <p:cNvSpPr txBox="1"/>
          <p:nvPr/>
        </p:nvSpPr>
        <p:spPr>
          <a:xfrm>
            <a:off x="3237284" y="5596576"/>
            <a:ext cx="12278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02-6245-6372</a:t>
            </a:r>
            <a:endParaRPr lang="ko-KR" altLang="en-US" sz="1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FA8CA2-4785-50EF-B309-5643BB1074EF}"/>
              </a:ext>
            </a:extLst>
          </p:cNvPr>
          <p:cNvSpPr txBox="1"/>
          <p:nvPr/>
        </p:nvSpPr>
        <p:spPr>
          <a:xfrm>
            <a:off x="2521958" y="5900575"/>
            <a:ext cx="69762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dirty="0">
                <a:solidFill>
                  <a:schemeClr val="bg1"/>
                </a:solidFill>
              </a:rPr>
              <a:t>이메일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0FA994-1E23-E634-E8AB-AD86DC09330C}"/>
              </a:ext>
            </a:extLst>
          </p:cNvPr>
          <p:cNvSpPr txBox="1"/>
          <p:nvPr/>
        </p:nvSpPr>
        <p:spPr>
          <a:xfrm>
            <a:off x="3237284" y="5902129"/>
            <a:ext cx="12278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shop@piknic.kr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F5331-3D6C-49A6-DFB7-40D6E6272C90}"/>
              </a:ext>
            </a:extLst>
          </p:cNvPr>
          <p:cNvSpPr txBox="1"/>
          <p:nvPr/>
        </p:nvSpPr>
        <p:spPr>
          <a:xfrm>
            <a:off x="3237284" y="6207681"/>
            <a:ext cx="1470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화 </a:t>
            </a:r>
            <a:r>
              <a:rPr lang="en-US" altLang="ko-KR" sz="1000" b="1" dirty="0"/>
              <a:t>-</a:t>
            </a:r>
            <a:r>
              <a:rPr lang="ko-KR" altLang="en-US" sz="1000" b="1" dirty="0"/>
              <a:t> 일 </a:t>
            </a:r>
            <a:r>
              <a:rPr lang="en-US" altLang="ko-KR" sz="1000" b="1" dirty="0"/>
              <a:t>10:00~18:30</a:t>
            </a:r>
          </a:p>
          <a:p>
            <a:r>
              <a:rPr lang="ko-KR" altLang="en-US" sz="1000" b="1" dirty="0"/>
              <a:t>월       </a:t>
            </a:r>
            <a:r>
              <a:rPr lang="ko-KR" altLang="en-US" sz="1000" b="1" dirty="0" err="1"/>
              <a:t>휴점</a:t>
            </a:r>
            <a:r>
              <a:rPr lang="en-US" altLang="ko-KR" sz="1000" b="1" dirty="0"/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FC891E-5BD7-54DE-8F21-2667D773D7FC}"/>
              </a:ext>
            </a:extLst>
          </p:cNvPr>
          <p:cNvSpPr txBox="1"/>
          <p:nvPr/>
        </p:nvSpPr>
        <p:spPr>
          <a:xfrm>
            <a:off x="2521958" y="6204574"/>
            <a:ext cx="697627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dirty="0">
                <a:solidFill>
                  <a:schemeClr val="bg1"/>
                </a:solidFill>
              </a:rPr>
              <a:t>운영시간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F51474-0DD1-7F55-2854-F5125081BEA3}"/>
              </a:ext>
            </a:extLst>
          </p:cNvPr>
          <p:cNvSpPr txBox="1"/>
          <p:nvPr/>
        </p:nvSpPr>
        <p:spPr>
          <a:xfrm>
            <a:off x="2601698" y="5096192"/>
            <a:ext cx="1756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퇴계로 </a:t>
            </a:r>
            <a:r>
              <a:rPr lang="en-US" altLang="ko-KR" sz="1000" b="1" dirty="0"/>
              <a:t>6</a:t>
            </a:r>
            <a:r>
              <a:rPr lang="ko-KR" altLang="en-US" sz="1000" b="1" dirty="0"/>
              <a:t>가길 </a:t>
            </a:r>
            <a:r>
              <a:rPr lang="en-US" altLang="ko-KR" sz="1000" b="1" dirty="0"/>
              <a:t>30  B1</a:t>
            </a:r>
          </a:p>
          <a:p>
            <a:r>
              <a:rPr lang="en-US" altLang="ko-KR" sz="1000" b="1" dirty="0"/>
              <a:t>shop </a:t>
            </a:r>
            <a:r>
              <a:rPr lang="en-US" altLang="ko-KR" sz="1000" b="1" dirty="0" err="1"/>
              <a:t>piknic</a:t>
            </a:r>
            <a:endParaRPr lang="ko-KR" altLang="en-US" sz="1000" b="1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BE1AB8F-32A6-770F-1374-2E3B6CFB0E1D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4945D6E-2271-FE3F-1AE4-9AED7F5F3A19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48C136A-33E6-0723-031C-7568C1F11329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0BD4F2-0ABA-0B91-9E3B-7E09D8691C16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1665CE1-104C-BDF1-EEF8-5CDA45B89138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6E59A7-7DAE-1CEB-66A4-B806C2F4082E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9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FAQ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9918FE9F-70B0-3ACF-A922-907B00A6B51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51" name="Picture 2" descr="로그인 - 무료 사람들개 아이콘">
              <a:extLst>
                <a:ext uri="{FF2B5EF4-FFF2-40B4-BE49-F238E27FC236}">
                  <a16:creationId xmlns:a16="http://schemas.microsoft.com/office/drawing/2014/main" id="{2BE3E135-12BD-29EF-AEB0-26756B035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90B0D4DD-FCD0-41ED-FB71-768B9B082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35313AD3-88EA-9FD3-6BCE-897AADD2C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6E92C995-FD15-D9EC-CB84-FFED853CD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53F2073-BDB0-923A-FB80-5F4FCF39BD4E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277C6D5D-3261-75B3-8720-CFB9826C16C2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4C5F76C-8BE7-30FC-251B-5EA962D4EA3F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613F5DE-91B7-89DB-CECC-B841DD3CB684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C51E46-4FD0-D5D0-F2AA-654BD6E9ECBB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744CEAC-454E-6A4A-D9CF-66355897D0C6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4347805D-2DCC-6CBE-3C9A-FA0C845CCE9D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651065-2546-F059-6A75-E301DB0A31C7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5120" name="TextBox 5119">
                <a:extLst>
                  <a:ext uri="{FF2B5EF4-FFF2-40B4-BE49-F238E27FC236}">
                    <a16:creationId xmlns:a16="http://schemas.microsoft.com/office/drawing/2014/main" id="{BA9AD469-952C-3894-F048-01572A1FCFD8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5121" name="TextBox 5120">
                <a:extLst>
                  <a:ext uri="{FF2B5EF4-FFF2-40B4-BE49-F238E27FC236}">
                    <a16:creationId xmlns:a16="http://schemas.microsoft.com/office/drawing/2014/main" id="{2FD53D8F-4096-BEE0-685E-BEB43BE8D595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122" name="TextBox 5121">
                <a:extLst>
                  <a:ext uri="{FF2B5EF4-FFF2-40B4-BE49-F238E27FC236}">
                    <a16:creationId xmlns:a16="http://schemas.microsoft.com/office/drawing/2014/main" id="{FD637AF2-EE3D-820D-733C-68FBF61A467D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125" name="TextBox 5124">
                <a:extLst>
                  <a:ext uri="{FF2B5EF4-FFF2-40B4-BE49-F238E27FC236}">
                    <a16:creationId xmlns:a16="http://schemas.microsoft.com/office/drawing/2014/main" id="{C99B580B-9781-835A-42AD-AB3A85723263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328318C-BF01-F021-01F6-252C7AB2E2D2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0811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5. FAQ </a:t>
            </a:r>
            <a:r>
              <a:rPr lang="ko-KR" altLang="en-US" dirty="0"/>
              <a:t>리스트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023739"/>
              </p:ext>
            </p:extLst>
          </p:nvPr>
        </p:nvGraphicFramePr>
        <p:xfrm>
          <a:off x="8829675" y="752260"/>
          <a:ext cx="3095625" cy="329832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FAQ </a:t>
                      </a:r>
                      <a:r>
                        <a:rPr lang="ko-KR" altLang="en-US" sz="800" b="1" dirty="0"/>
                        <a:t>페이지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FAQ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답변 관리자 등록관리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 유형 선택 가능하며 유형을 상단 탭으로 구분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탭 클릭 시 해당 게시글만 노출됨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질문 유형 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게시글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질문 클릭 시 하단에 답변 게시글 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새로운 질문 클릭 시 기존 답변 자동 닫힘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문의하기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 회원 클릭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문의하기 페이지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(5-1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비로그인 회원 클릭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로그인 페이지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(1-1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graphicFrame>
        <p:nvGraphicFramePr>
          <p:cNvPr id="23" name="표 5">
            <a:extLst>
              <a:ext uri="{FF2B5EF4-FFF2-40B4-BE49-F238E27FC236}">
                <a16:creationId xmlns:a16="http://schemas.microsoft.com/office/drawing/2014/main" id="{9E082550-E50E-96F1-EADF-B75C8B9B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090665"/>
              </p:ext>
            </p:extLst>
          </p:nvPr>
        </p:nvGraphicFramePr>
        <p:xfrm>
          <a:off x="2525826" y="2373951"/>
          <a:ext cx="6129678" cy="33824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9678">
                  <a:extLst>
                    <a:ext uri="{9D8B030D-6E8A-4147-A177-3AD203B41FA5}">
                      <a16:colId xmlns:a16="http://schemas.microsoft.com/office/drawing/2014/main" val="1447427431"/>
                    </a:ext>
                  </a:extLst>
                </a:gridCol>
              </a:tblGrid>
              <a:tr h="385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 Q. </a:t>
                      </a:r>
                      <a:r>
                        <a:rPr lang="ko-KR" altLang="en-US" sz="1100" dirty="0"/>
                        <a:t>배송기간은 얼마나 걸리나요</a:t>
                      </a:r>
                      <a:r>
                        <a:rPr lang="en-US" altLang="ko-KR" sz="1100" dirty="0"/>
                        <a:t>?</a:t>
                      </a:r>
                      <a:endParaRPr lang="ko-KR" altLang="en-US" sz="1100" dirty="0"/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994999"/>
                  </a:ext>
                </a:extLst>
              </a:tr>
              <a:tr h="1068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 Q. </a:t>
                      </a:r>
                      <a:r>
                        <a:rPr lang="ko-KR" altLang="en-US" sz="1100" dirty="0"/>
                        <a:t>퀵서비스로 배송 받을 수 있나요</a:t>
                      </a:r>
                      <a:r>
                        <a:rPr lang="en-US" altLang="ko-KR" sz="1100" dirty="0"/>
                        <a:t>?</a:t>
                      </a:r>
                    </a:p>
                    <a:p>
                      <a:pPr latinLnBrk="1"/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 A. </a:t>
                      </a:r>
                      <a:r>
                        <a:rPr lang="ko-KR" altLang="en-US" sz="1100" dirty="0"/>
                        <a:t>서울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경기 일부 지역만 가능하며 퀵서비스 비용은 </a:t>
                      </a:r>
                      <a:r>
                        <a:rPr lang="ko-KR" altLang="en-US" sz="1100" dirty="0" err="1"/>
                        <a:t>착불입니다</a:t>
                      </a:r>
                      <a:r>
                        <a:rPr lang="en-US" altLang="ko-KR" sz="1100" dirty="0"/>
                        <a:t>.</a:t>
                      </a:r>
                    </a:p>
                    <a:p>
                      <a:pPr latinLnBrk="1"/>
                      <a:r>
                        <a:rPr lang="en-US" altLang="ko-KR" sz="1100" dirty="0"/>
                        <a:t>    </a:t>
                      </a:r>
                      <a:r>
                        <a:rPr lang="ko-KR" altLang="en-US" sz="1100" dirty="0"/>
                        <a:t>퀵서비스가 필요하신 경우 결제완료 후 고객센터</a:t>
                      </a:r>
                      <a:r>
                        <a:rPr lang="en-US" altLang="ko-KR" sz="1100" dirty="0"/>
                        <a:t>(02-318-3233)</a:t>
                      </a:r>
                      <a:r>
                        <a:rPr lang="ko-KR" altLang="en-US" sz="1100" dirty="0"/>
                        <a:t>로 문의해주시기 바랍니다</a:t>
                      </a:r>
                      <a:r>
                        <a:rPr lang="en-US" altLang="ko-KR" sz="1100" dirty="0"/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0608"/>
                  </a:ext>
                </a:extLst>
              </a:tr>
              <a:tr h="3856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Q.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배송비는 얼마인가요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317664"/>
                  </a:ext>
                </a:extLst>
              </a:tr>
              <a:tr h="385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 Q. </a:t>
                      </a:r>
                      <a:r>
                        <a:rPr lang="ko-KR" altLang="en-US" sz="1100" dirty="0"/>
                        <a:t>해외 배송도 되나요</a:t>
                      </a:r>
                      <a:r>
                        <a:rPr lang="en-US" altLang="ko-KR" sz="1100" dirty="0"/>
                        <a:t>?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633563"/>
                  </a:ext>
                </a:extLst>
              </a:tr>
              <a:tr h="3856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Q.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배송기간은 얼마나 걸리나요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396254"/>
                  </a:ext>
                </a:extLst>
              </a:tr>
              <a:tr h="3856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Q.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배송비는 얼마인가요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158824"/>
                  </a:ext>
                </a:extLst>
              </a:tr>
              <a:tr h="385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 Q. </a:t>
                      </a:r>
                      <a:r>
                        <a:rPr lang="ko-KR" altLang="en-US" sz="1100" dirty="0"/>
                        <a:t>해외 배송도 되나요</a:t>
                      </a:r>
                      <a:r>
                        <a:rPr lang="en-US" altLang="ko-KR" sz="1100" dirty="0"/>
                        <a:t>?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93768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320280F-932A-2973-8893-9E6A79D9607B}"/>
              </a:ext>
            </a:extLst>
          </p:cNvPr>
          <p:cNvSpPr txBox="1"/>
          <p:nvPr/>
        </p:nvSpPr>
        <p:spPr>
          <a:xfrm>
            <a:off x="3830980" y="6083747"/>
            <a:ext cx="1941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더 궁금하신 점이 있다면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7332FE-A62D-ECE7-8E3F-85C0D2DC24A8}"/>
              </a:ext>
            </a:extLst>
          </p:cNvPr>
          <p:cNvSpPr/>
          <p:nvPr/>
        </p:nvSpPr>
        <p:spPr>
          <a:xfrm>
            <a:off x="5907260" y="6033470"/>
            <a:ext cx="1139887" cy="358891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문의하기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6" name="AutoShape 256">
            <a:extLst>
              <a:ext uri="{FF2B5EF4-FFF2-40B4-BE49-F238E27FC236}">
                <a16:creationId xmlns:a16="http://schemas.microsoft.com/office/drawing/2014/main" id="{45495AC3-6E3C-192B-4B3B-620CED09D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335" y="289988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7" name="AutoShape 256">
            <a:extLst>
              <a:ext uri="{FF2B5EF4-FFF2-40B4-BE49-F238E27FC236}">
                <a16:creationId xmlns:a16="http://schemas.microsoft.com/office/drawing/2014/main" id="{11833951-FE4A-B3AE-DD3F-5A177475D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345" y="59202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097B8-25CF-4DB0-FB2F-3EC831B5BE81}"/>
              </a:ext>
            </a:extLst>
          </p:cNvPr>
          <p:cNvSpPr txBox="1"/>
          <p:nvPr/>
        </p:nvSpPr>
        <p:spPr>
          <a:xfrm>
            <a:off x="4848245" y="1202831"/>
            <a:ext cx="1373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20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FAQ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9CFF13-0F1A-6E44-36CC-98A862F81922}"/>
              </a:ext>
            </a:extLst>
          </p:cNvPr>
          <p:cNvSpPr/>
          <p:nvPr/>
        </p:nvSpPr>
        <p:spPr>
          <a:xfrm>
            <a:off x="2586301" y="1995795"/>
            <a:ext cx="947226" cy="310864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전체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67B3DD-CA45-CC24-F971-547C9226CA2D}"/>
              </a:ext>
            </a:extLst>
          </p:cNvPr>
          <p:cNvSpPr/>
          <p:nvPr/>
        </p:nvSpPr>
        <p:spPr>
          <a:xfrm>
            <a:off x="3602019" y="1995795"/>
            <a:ext cx="947226" cy="3108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상품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C3C3C58-1C3A-2FA2-212C-105EA7A98ED4}"/>
              </a:ext>
            </a:extLst>
          </p:cNvPr>
          <p:cNvSpPr/>
          <p:nvPr/>
        </p:nvSpPr>
        <p:spPr>
          <a:xfrm>
            <a:off x="4609984" y="1995795"/>
            <a:ext cx="947226" cy="3108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12E06CE-0956-0A48-4A4B-CAC7CE299665}"/>
              </a:ext>
            </a:extLst>
          </p:cNvPr>
          <p:cNvSpPr/>
          <p:nvPr/>
        </p:nvSpPr>
        <p:spPr>
          <a:xfrm>
            <a:off x="5610195" y="1995795"/>
            <a:ext cx="947226" cy="3108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결제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36C97A-D3CC-C5F1-CD14-7A228777A535}"/>
              </a:ext>
            </a:extLst>
          </p:cNvPr>
          <p:cNvSpPr/>
          <p:nvPr/>
        </p:nvSpPr>
        <p:spPr>
          <a:xfrm>
            <a:off x="6607965" y="1995795"/>
            <a:ext cx="947226" cy="3108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801BFE-B8F2-AA95-F807-DF542B1C0624}"/>
              </a:ext>
            </a:extLst>
          </p:cNvPr>
          <p:cNvSpPr/>
          <p:nvPr/>
        </p:nvSpPr>
        <p:spPr>
          <a:xfrm>
            <a:off x="7606225" y="1995795"/>
            <a:ext cx="947226" cy="3108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운영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1" name="AutoShape 256">
            <a:extLst>
              <a:ext uri="{FF2B5EF4-FFF2-40B4-BE49-F238E27FC236}">
                <a16:creationId xmlns:a16="http://schemas.microsoft.com/office/drawing/2014/main" id="{441BE283-5D71-9181-B0ED-2521FB721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317" y="183509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AA97B72-531D-4EC5-2F5C-C96E72FAE9D3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F49A7B7-75E0-9F47-24C5-FA071366812B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6C61703-D9F8-6534-7369-8A2DCCD04641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BB89A0-5CA7-674A-EC22-1BDFFCAB8D89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E3A377-7310-332F-315F-5F56326CCE73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/>
                <a:t>contact</a:t>
              </a:r>
              <a:endParaRPr lang="en-US" altLang="ko-KR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ACF79E-6312-C356-C521-D82557AB94CB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0231E53-8AEA-6785-C8EB-0ABEC90D011D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1" name="Picture 2" descr="로그인 - 무료 사람들개 아이콘">
              <a:extLst>
                <a:ext uri="{FF2B5EF4-FFF2-40B4-BE49-F238E27FC236}">
                  <a16:creationId xmlns:a16="http://schemas.microsoft.com/office/drawing/2014/main" id="{5B17A8A7-8A5A-6945-944C-8CC0B01524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CCCC4E61-0BAD-9C7B-8B2C-E32FC52A6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160C299F-080A-195A-60FB-DFC4D1E02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B5A2799E-6E20-BDFC-572F-99D1AD706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1A99DA6-D998-169E-8D84-F7E23EB4F087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287F8427-1185-E07D-B6AA-7234DD218B3B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BD2AC9C-53BD-9C31-98F6-EBE0CAAF535D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B1C46DA-819C-883C-C89D-599DE1BB5819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0A141C3-0BCF-04B3-2D48-23615F827CBE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35BE57-702D-D77A-BCCF-79E801A73A7F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E2504861-1925-F044-7DEA-15F1327D577E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F7C067A-1FB0-624E-6431-B9FB57403DB7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400352-196B-B54B-42CD-662F47859644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E05C7C5-44CF-6230-4EC8-142E63B31CE0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A3B81A-5457-1DF8-A6E5-0B3A6F7D9AE2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B4856B0-FB5B-8874-076D-876944540C14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D63CF81-1277-C2E9-C9AA-DAA48B6B3E37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012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5-1. FAQ – </a:t>
            </a:r>
            <a:r>
              <a:rPr lang="ko-KR" altLang="en-US" dirty="0"/>
              <a:t>문의하기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313300"/>
              </p:ext>
            </p:extLst>
          </p:nvPr>
        </p:nvGraphicFramePr>
        <p:xfrm>
          <a:off x="8829675" y="752260"/>
          <a:ext cx="3095625" cy="402984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문의하기 페이지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문의항목 입력 폼 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로그인 회원만 사용가능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문의한 게시글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답변 항목은 마이페이지에서 확인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C00000"/>
                          </a:solidFill>
                        </a:rPr>
                        <a:t>  * 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</a:rPr>
                        <a:t>추가로 들어갔으면 하시는 항목 있으시면 전달주세요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문의 유형 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설정된 문의 유형을 선택할 수 있는 드롭다운 박스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유형 항목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: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 교환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 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 반품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배송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 기타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문의하기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필수입력 유효성 검사 후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필수값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기재 시 등록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* </a:t>
                      </a:r>
                      <a:r>
                        <a:rPr lang="ko-KR" altLang="en-US" sz="800" baseline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등록한 문의는 등록회원의 마이페이지에서 확인 가능</a:t>
                      </a:r>
                      <a:endParaRPr lang="en-US" altLang="ko-KR" sz="800" baseline="0" dirty="0">
                        <a:solidFill>
                          <a:srgbClr val="C0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* </a:t>
                      </a:r>
                      <a:r>
                        <a:rPr lang="ko-KR" altLang="en-US" sz="800" baseline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관리자에서 등록된 문의에 대해 답변 등록 가능</a:t>
                      </a:r>
                      <a:endParaRPr lang="en-US" altLang="ko-KR" sz="800" baseline="0" dirty="0">
                        <a:solidFill>
                          <a:srgbClr val="C0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7332FE-A62D-ECE7-8E3F-85C0D2DC24A8}"/>
              </a:ext>
            </a:extLst>
          </p:cNvPr>
          <p:cNvSpPr/>
          <p:nvPr/>
        </p:nvSpPr>
        <p:spPr>
          <a:xfrm>
            <a:off x="5469572" y="5834660"/>
            <a:ext cx="1139887" cy="358891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문의하기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7" name="AutoShape 256">
            <a:extLst>
              <a:ext uri="{FF2B5EF4-FFF2-40B4-BE49-F238E27FC236}">
                <a16:creationId xmlns:a16="http://schemas.microsoft.com/office/drawing/2014/main" id="{11833951-FE4A-B3AE-DD3F-5A177475D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803" y="574016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1" name="AutoShape 256">
            <a:extLst>
              <a:ext uri="{FF2B5EF4-FFF2-40B4-BE49-F238E27FC236}">
                <a16:creationId xmlns:a16="http://schemas.microsoft.com/office/drawing/2014/main" id="{441BE283-5D71-9181-B0ED-2521FB721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0646" y="206693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097B8-25CF-4DB0-FB2F-3EC831B5BE81}"/>
              </a:ext>
            </a:extLst>
          </p:cNvPr>
          <p:cNvSpPr txBox="1"/>
          <p:nvPr/>
        </p:nvSpPr>
        <p:spPr>
          <a:xfrm>
            <a:off x="4191847" y="1202831"/>
            <a:ext cx="26858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20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문의하기</a:t>
            </a:r>
            <a:endParaRPr lang="en-US" altLang="ko-KR" sz="2000" b="1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D814E-DBF2-2A2A-D759-4D29329F6E16}"/>
              </a:ext>
            </a:extLst>
          </p:cNvPr>
          <p:cNvSpPr/>
          <p:nvPr/>
        </p:nvSpPr>
        <p:spPr>
          <a:xfrm>
            <a:off x="3798290" y="2224046"/>
            <a:ext cx="2811170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상품관련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A3FDD3-90A6-7AFB-C38E-145043A5D779}"/>
              </a:ext>
            </a:extLst>
          </p:cNvPr>
          <p:cNvSpPr/>
          <p:nvPr/>
        </p:nvSpPr>
        <p:spPr>
          <a:xfrm>
            <a:off x="3798289" y="4847205"/>
            <a:ext cx="2847457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98DABB-9C9E-22AE-302A-AC83CB7547FF}"/>
              </a:ext>
            </a:extLst>
          </p:cNvPr>
          <p:cNvSpPr/>
          <p:nvPr/>
        </p:nvSpPr>
        <p:spPr>
          <a:xfrm>
            <a:off x="3798289" y="2821206"/>
            <a:ext cx="4482453" cy="1973154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C08DEB-6397-E9C3-69C4-387A99F4FCAB}"/>
              </a:ext>
            </a:extLst>
          </p:cNvPr>
          <p:cNvSpPr/>
          <p:nvPr/>
        </p:nvSpPr>
        <p:spPr>
          <a:xfrm>
            <a:off x="3798289" y="2522626"/>
            <a:ext cx="4482453" cy="253318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452F94-34E4-5907-7D1B-86B1406EDDFB}"/>
              </a:ext>
            </a:extLst>
          </p:cNvPr>
          <p:cNvSpPr/>
          <p:nvPr/>
        </p:nvSpPr>
        <p:spPr>
          <a:xfrm>
            <a:off x="6715285" y="4848751"/>
            <a:ext cx="755833" cy="257475"/>
          </a:xfrm>
          <a:prstGeom prst="rect">
            <a:avLst/>
          </a:prstGeom>
          <a:solidFill>
            <a:srgbClr val="D9D9D9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파일첨부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82D111-3ADB-1DE9-9289-7A4BDBDFDC57}"/>
              </a:ext>
            </a:extLst>
          </p:cNvPr>
          <p:cNvSpPr txBox="1"/>
          <p:nvPr/>
        </p:nvSpPr>
        <p:spPr>
          <a:xfrm>
            <a:off x="3726858" y="5106226"/>
            <a:ext cx="2212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jpg, jpeg, </a:t>
            </a:r>
            <a:r>
              <a:rPr lang="en-US" altLang="ko-KR" sz="800" dirty="0" err="1"/>
              <a:t>png</a:t>
            </a:r>
            <a:r>
              <a:rPr lang="en-US" altLang="ko-KR" sz="800" dirty="0"/>
              <a:t>, pdf </a:t>
            </a:r>
            <a:r>
              <a:rPr lang="ko-KR" altLang="en-US" sz="800" dirty="0"/>
              <a:t>파일 첨부가 가능합니다</a:t>
            </a:r>
            <a:r>
              <a:rPr lang="en-US" altLang="ko-KR" sz="800" dirty="0"/>
              <a:t>.</a:t>
            </a:r>
          </a:p>
          <a:p>
            <a:r>
              <a:rPr lang="ko-KR" altLang="en-US" sz="800" dirty="0"/>
              <a:t>파일용량 </a:t>
            </a:r>
            <a:r>
              <a:rPr lang="en-US" altLang="ko-KR" sz="800" dirty="0"/>
              <a:t>1MB </a:t>
            </a:r>
            <a:r>
              <a:rPr lang="ko-KR" altLang="en-US" sz="800" dirty="0"/>
              <a:t>이내 첨부가 가능합니다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7F8011-C7A1-62A0-CB37-2ECB48E58583}"/>
              </a:ext>
            </a:extLst>
          </p:cNvPr>
          <p:cNvSpPr txBox="1"/>
          <p:nvPr/>
        </p:nvSpPr>
        <p:spPr>
          <a:xfrm>
            <a:off x="2436084" y="2231544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dirty="0">
                <a:solidFill>
                  <a:srgbClr val="404040"/>
                </a:solidFill>
              </a:rPr>
              <a:t>문의 유형</a:t>
            </a:r>
            <a:r>
              <a:rPr lang="en-US" altLang="ko-KR" sz="1000" dirty="0">
                <a:solidFill>
                  <a:srgbClr val="404040"/>
                </a:solidFill>
              </a:rPr>
              <a:t>*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368029-AF40-32B2-1D85-8DA5D9EF596E}"/>
              </a:ext>
            </a:extLst>
          </p:cNvPr>
          <p:cNvSpPr txBox="1"/>
          <p:nvPr/>
        </p:nvSpPr>
        <p:spPr>
          <a:xfrm>
            <a:off x="2436084" y="2514530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dirty="0">
                <a:solidFill>
                  <a:srgbClr val="404040"/>
                </a:solidFill>
              </a:rPr>
              <a:t>제목</a:t>
            </a:r>
            <a:r>
              <a:rPr lang="en-US" altLang="ko-KR" sz="1000" dirty="0">
                <a:solidFill>
                  <a:srgbClr val="404040"/>
                </a:solidFill>
              </a:rPr>
              <a:t>*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3C861-EFAE-DE87-724B-36C6C19D2FCB}"/>
              </a:ext>
            </a:extLst>
          </p:cNvPr>
          <p:cNvSpPr txBox="1"/>
          <p:nvPr/>
        </p:nvSpPr>
        <p:spPr>
          <a:xfrm>
            <a:off x="2436084" y="3653416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dirty="0">
                <a:solidFill>
                  <a:srgbClr val="404040"/>
                </a:solidFill>
              </a:rPr>
              <a:t>내용</a:t>
            </a:r>
            <a:r>
              <a:rPr lang="en-US" altLang="ko-KR" sz="1000" dirty="0">
                <a:solidFill>
                  <a:srgbClr val="404040"/>
                </a:solidFill>
              </a:rPr>
              <a:t>*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FAC0CB-E86C-B697-712B-ECC96023C94E}"/>
              </a:ext>
            </a:extLst>
          </p:cNvPr>
          <p:cNvSpPr txBox="1"/>
          <p:nvPr/>
        </p:nvSpPr>
        <p:spPr>
          <a:xfrm>
            <a:off x="2436084" y="4855067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dirty="0">
                <a:solidFill>
                  <a:srgbClr val="404040"/>
                </a:solidFill>
              </a:rPr>
              <a:t>첨부파일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26E740A2-AE6A-CD64-981B-BDEBE2A0B89E}"/>
              </a:ext>
            </a:extLst>
          </p:cNvPr>
          <p:cNvSpPr/>
          <p:nvPr/>
        </p:nvSpPr>
        <p:spPr>
          <a:xfrm rot="10800000">
            <a:off x="6362700" y="2277498"/>
            <a:ext cx="164548" cy="141852"/>
          </a:xfrm>
          <a:prstGeom prst="triangl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DC31837-505E-2A3B-098F-461449AE4AA4}"/>
              </a:ext>
            </a:extLst>
          </p:cNvPr>
          <p:cNvGrpSpPr/>
          <p:nvPr/>
        </p:nvGrpSpPr>
        <p:grpSpPr>
          <a:xfrm>
            <a:off x="243840" y="731520"/>
            <a:ext cx="2098766" cy="5956663"/>
            <a:chOff x="243840" y="731520"/>
            <a:chExt cx="2098766" cy="595666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7419D8A-E079-1257-8470-7C36AFBF33A5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C61FD8-B41D-4F2E-B1A0-E81A3503E3B1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878774-5243-7637-11C0-0B51DC07865E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2377D2-EA26-D94D-B728-D1D7949DBA71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/>
                <a:t>contact</a:t>
              </a:r>
              <a:endParaRPr lang="en-US" altLang="ko-K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BFC640-5850-1C67-FC86-6CF027FD600A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D8F9143-7DD2-225A-C085-E102C63A1F52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3" name="Picture 2" descr="로그인 - 무료 사람들개 아이콘">
              <a:extLst>
                <a:ext uri="{FF2B5EF4-FFF2-40B4-BE49-F238E27FC236}">
                  <a16:creationId xmlns:a16="http://schemas.microsoft.com/office/drawing/2014/main" id="{777E7183-DD90-83CF-CE1E-EA81708CA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1BD22002-1B14-789F-1F59-BE8FD7EEA6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03CA46C-4280-1F3C-40B1-64C91943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9B008104-2ED2-F9BC-8699-65DA9F355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4E8E4484-2DBE-4FD5-D5C3-66556B7AC773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5A65249-D531-2941-C030-D879823F300F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F6EF4AD7-D65F-2B0D-50F7-8148F3BEFEA5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4EDC219-8E12-186A-1D48-B953712B9356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Login/my account</a:t>
              </a:r>
              <a:endParaRPr lang="ko-KR" altLang="en-US" sz="1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F09677-971E-EE34-71E4-D9E4326762F2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586BDE5-CE17-AF5C-2D9F-E03CAE989CB9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148F6DA9-E83C-22CF-8178-F6F59EF6F107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B9B495-7626-DB6F-E4D6-155470B793DB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FEA33C8-ACD0-21CE-F5D0-78AFD1A96CF6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6C80631-2B01-D804-589E-7ACEC8C3464F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5EAA950-C6CC-2999-EF1A-B10FD1041675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5267A30-3528-168A-7BED-885FD1553346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07CD4F-23D3-80CE-6D53-0395F25A82D9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1792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6-1. </a:t>
            </a:r>
            <a:r>
              <a:rPr lang="ko-KR" altLang="en-US" dirty="0"/>
              <a:t>마이페이지 </a:t>
            </a:r>
            <a:r>
              <a:rPr lang="en-US" altLang="ko-KR" dirty="0"/>
              <a:t>- </a:t>
            </a:r>
            <a:r>
              <a:rPr lang="ko-KR" altLang="en-US" dirty="0"/>
              <a:t>주문내역조회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60775"/>
              </p:ext>
            </p:extLst>
          </p:nvPr>
        </p:nvGraphicFramePr>
        <p:xfrm>
          <a:off x="8829675" y="752262"/>
          <a:ext cx="3095625" cy="6777254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331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주문내역조회 리스트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주문내역조회 리스트 및 상태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송장번호 확인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상품명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클릭 시 구매상세정보 팝업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주문번호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클릭 시 주문내역조회 상세 페이지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261779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주문접수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신규주문시 생성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무통장입금 시에만 상태 노출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입금전에 해당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977009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결제완료 상태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신용카드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실시간계좌이체 결제완료 시 주문접수 단계를 거치지 않고 결제완료로 자동 처리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관리자의 승인 없이 고객이 마이페이지에서 주문 취소가 가능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(6-2.1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무통장 입금은 결제확인 후 관리자가 수동으로 결제완료 처리해야 함</a:t>
                      </a: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 *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외부 솔루션 연동을 통한 자동 연동개발 비용은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API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확인 후 견적 산출이 가능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최소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100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만원 이상 예상됨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서비스 가입비용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기간별요금제 별도</a:t>
                      </a: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예시 솔루션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) https://www.bankda.com/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배송준비중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제품 배송이 가능한지 확인된 상태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배송준비중인 상태에서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주문쥐소를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하는 경우 관리자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승인따라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취소 여부가 결정됨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43481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배송중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상품발송처리가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완료 된 상태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이후 관리자에서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택배사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택배번호 입력하면 배송조회 버튼 클릭 시 노출되는 팝업 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배송완료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배송완료 시 수동으로 처리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배송중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처리 후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7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일 동안 변동사항 없을 경우 자동 배송완료 처리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주문취소요청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배송준비중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단계에서 주문취소 요청 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223181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주문취소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 취소가 확정된 경우 수동 처리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680584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환불요청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배송중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~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배송완료 단계에서 환불요청 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627719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환불완료 상태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환불이 확정된 경우 수동 처리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33497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배송조회 버튼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(6-2.2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택배정보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택배사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송장번호 팝업 노출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등록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미등록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‘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아직 배송정보가 등록되지 않았습니다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.’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멘트 팝업 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458806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E91FEC9-90A8-F099-6C11-D6471E5A6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304930"/>
              </p:ext>
            </p:extLst>
          </p:nvPr>
        </p:nvGraphicFramePr>
        <p:xfrm>
          <a:off x="1428750" y="2478868"/>
          <a:ext cx="7283450" cy="344667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1959895075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812708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1198822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079584">
                  <a:extLst>
                    <a:ext uri="{9D8B030D-6E8A-4147-A177-3AD203B41FA5}">
                      <a16:colId xmlns:a16="http://schemas.microsoft.com/office/drawing/2014/main" val="3713389042"/>
                    </a:ext>
                  </a:extLst>
                </a:gridCol>
                <a:gridCol w="734761">
                  <a:extLst>
                    <a:ext uri="{9D8B030D-6E8A-4147-A177-3AD203B41FA5}">
                      <a16:colId xmlns:a16="http://schemas.microsoft.com/office/drawing/2014/main" val="2307260643"/>
                    </a:ext>
                  </a:extLst>
                </a:gridCol>
              </a:tblGrid>
              <a:tr h="317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주문일자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주문번호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결제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배송조회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2023.09.01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/>
                        <a:t>230901-115568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외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87,400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주문접수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2023.08.01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230801-115567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결제완료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55244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2023.07.01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230701-115566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/>
                        <a:t>배송준비중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97710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2023.06.01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230601-115566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/>
                        <a:t>배송중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82592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2023.05.01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230501-115565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배송완료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92871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2023.04.01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230401-115564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주문취소요청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213945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2023.03.01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230301-115563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주문취소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192046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2023.02.01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230201-115562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환불요청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257888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2023.01.01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u="sng" dirty="0"/>
                        <a:t>230101-115561</a:t>
                      </a:r>
                      <a:endParaRPr lang="ko-KR" altLang="en-US" sz="1000" b="1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환불완료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2576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2BB6609-6A56-1601-BBFC-BE3CD6D198A1}"/>
              </a:ext>
            </a:extLst>
          </p:cNvPr>
          <p:cNvSpPr txBox="1"/>
          <p:nvPr/>
        </p:nvSpPr>
        <p:spPr>
          <a:xfrm>
            <a:off x="4927514" y="614602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&lt; 1 </a:t>
            </a:r>
            <a:r>
              <a:rPr lang="en-US" altLang="ko-KR" sz="1000" b="1" u="sng" dirty="0"/>
              <a:t>2</a:t>
            </a:r>
            <a:r>
              <a:rPr lang="en-US" altLang="ko-KR" sz="1000" dirty="0"/>
              <a:t> 3 4 5 &gt;</a:t>
            </a:r>
            <a:endParaRPr lang="ko-KR" altLang="en-US" sz="1000" dirty="0"/>
          </a:p>
        </p:txBody>
      </p:sp>
      <p:sp>
        <p:nvSpPr>
          <p:cNvPr id="18" name="AutoShape 256">
            <a:extLst>
              <a:ext uri="{FF2B5EF4-FFF2-40B4-BE49-F238E27FC236}">
                <a16:creationId xmlns:a16="http://schemas.microsoft.com/office/drawing/2014/main" id="{FF4E1B92-8A11-7DD2-40E5-1442B2B3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085" y="27384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0" name="AutoShape 256">
            <a:extLst>
              <a:ext uri="{FF2B5EF4-FFF2-40B4-BE49-F238E27FC236}">
                <a16:creationId xmlns:a16="http://schemas.microsoft.com/office/drawing/2014/main" id="{85A89082-4BA7-A451-4DD0-41CF2047D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038" y="32466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1" name="AutoShape 256">
            <a:extLst>
              <a:ext uri="{FF2B5EF4-FFF2-40B4-BE49-F238E27FC236}">
                <a16:creationId xmlns:a16="http://schemas.microsoft.com/office/drawing/2014/main" id="{6BBDF431-05EB-6F4E-17E4-2610A5A6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88" y="361190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2" name="AutoShape 256">
            <a:extLst>
              <a:ext uri="{FF2B5EF4-FFF2-40B4-BE49-F238E27FC236}">
                <a16:creationId xmlns:a16="http://schemas.microsoft.com/office/drawing/2014/main" id="{8EDB9547-20DE-CB42-E7B3-58FD28B82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39771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23" name="AutoShape 256">
            <a:extLst>
              <a:ext uri="{FF2B5EF4-FFF2-40B4-BE49-F238E27FC236}">
                <a16:creationId xmlns:a16="http://schemas.microsoft.com/office/drawing/2014/main" id="{198C5BEE-B321-559F-3CF8-73EE1E119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43424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24" name="AutoShape 256">
            <a:extLst>
              <a:ext uri="{FF2B5EF4-FFF2-40B4-BE49-F238E27FC236}">
                <a16:creationId xmlns:a16="http://schemas.microsoft.com/office/drawing/2014/main" id="{50F928B0-4D1B-1671-0EF4-8F906199D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47077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7</a:t>
            </a:r>
          </a:p>
        </p:txBody>
      </p:sp>
      <p:sp>
        <p:nvSpPr>
          <p:cNvPr id="25" name="AutoShape 256">
            <a:extLst>
              <a:ext uri="{FF2B5EF4-FFF2-40B4-BE49-F238E27FC236}">
                <a16:creationId xmlns:a16="http://schemas.microsoft.com/office/drawing/2014/main" id="{0F13F9D4-CA9B-D56F-6ED1-3EA2F843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07300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8</a:t>
            </a:r>
          </a:p>
        </p:txBody>
      </p:sp>
      <p:sp>
        <p:nvSpPr>
          <p:cNvPr id="26" name="AutoShape 256">
            <a:extLst>
              <a:ext uri="{FF2B5EF4-FFF2-40B4-BE49-F238E27FC236}">
                <a16:creationId xmlns:a16="http://schemas.microsoft.com/office/drawing/2014/main" id="{0C3416B0-DA96-ECC6-2B1F-679D3F314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4382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9</a:t>
            </a:r>
          </a:p>
        </p:txBody>
      </p:sp>
      <p:sp>
        <p:nvSpPr>
          <p:cNvPr id="33" name="AutoShape 256">
            <a:extLst>
              <a:ext uri="{FF2B5EF4-FFF2-40B4-BE49-F238E27FC236}">
                <a16:creationId xmlns:a16="http://schemas.microsoft.com/office/drawing/2014/main" id="{46EF0E6A-389B-F615-84A6-140969DE2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80355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10</a:t>
            </a:r>
          </a:p>
        </p:txBody>
      </p:sp>
      <p:sp>
        <p:nvSpPr>
          <p:cNvPr id="41" name="AutoShape 256">
            <a:extLst>
              <a:ext uri="{FF2B5EF4-FFF2-40B4-BE49-F238E27FC236}">
                <a16:creationId xmlns:a16="http://schemas.microsoft.com/office/drawing/2014/main" id="{F86538D8-8FA2-8AF3-EF60-CE76CFA8E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87" y="28813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D1928E6-F858-88FC-6D34-9C035EAB4F8B}"/>
              </a:ext>
            </a:extLst>
          </p:cNvPr>
          <p:cNvSpPr/>
          <p:nvPr/>
        </p:nvSpPr>
        <p:spPr>
          <a:xfrm>
            <a:off x="8186057" y="2881353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7292F4A-F2B5-BA39-84B9-73FC4651C842}"/>
              </a:ext>
            </a:extLst>
          </p:cNvPr>
          <p:cNvSpPr/>
          <p:nvPr/>
        </p:nvSpPr>
        <p:spPr>
          <a:xfrm>
            <a:off x="8186057" y="3214104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5CAE06-83AA-A1B8-EE0F-7C8CD4D7DCEA}"/>
              </a:ext>
            </a:extLst>
          </p:cNvPr>
          <p:cNvSpPr/>
          <p:nvPr/>
        </p:nvSpPr>
        <p:spPr>
          <a:xfrm>
            <a:off x="8186057" y="357352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7612149-41C9-959C-137F-E300D78FBB1B}"/>
              </a:ext>
            </a:extLst>
          </p:cNvPr>
          <p:cNvSpPr/>
          <p:nvPr/>
        </p:nvSpPr>
        <p:spPr>
          <a:xfrm>
            <a:off x="8186057" y="3968805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DAD1051-1253-9119-3306-53817AECD6E3}"/>
              </a:ext>
            </a:extLst>
          </p:cNvPr>
          <p:cNvSpPr/>
          <p:nvPr/>
        </p:nvSpPr>
        <p:spPr>
          <a:xfrm>
            <a:off x="8186057" y="4409501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2506302-D373-2EF7-7D70-D0F960A59082}"/>
              </a:ext>
            </a:extLst>
          </p:cNvPr>
          <p:cNvSpPr/>
          <p:nvPr/>
        </p:nvSpPr>
        <p:spPr>
          <a:xfrm>
            <a:off x="8186057" y="4749135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D15AC35-A168-A355-F298-1B47CF77E1F5}"/>
              </a:ext>
            </a:extLst>
          </p:cNvPr>
          <p:cNvSpPr/>
          <p:nvPr/>
        </p:nvSpPr>
        <p:spPr>
          <a:xfrm>
            <a:off x="8186057" y="5106186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2BEA670-BFA6-1692-9629-AFF7F0797722}"/>
              </a:ext>
            </a:extLst>
          </p:cNvPr>
          <p:cNvSpPr/>
          <p:nvPr/>
        </p:nvSpPr>
        <p:spPr>
          <a:xfrm>
            <a:off x="8186057" y="543711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F17D74F-96A1-4B40-3A85-87A0C9EB24FF}"/>
              </a:ext>
            </a:extLst>
          </p:cNvPr>
          <p:cNvSpPr/>
          <p:nvPr/>
        </p:nvSpPr>
        <p:spPr>
          <a:xfrm>
            <a:off x="8186057" y="5800408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9" name="AutoShape 256">
            <a:extLst>
              <a:ext uri="{FF2B5EF4-FFF2-40B4-BE49-F238E27FC236}">
                <a16:creationId xmlns:a16="http://schemas.microsoft.com/office/drawing/2014/main" id="{206CCE82-0260-2804-2A19-CAE007780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044" y="278794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26B639-B8AC-988E-AE95-99E47DDE7A73}"/>
              </a:ext>
            </a:extLst>
          </p:cNvPr>
          <p:cNvSpPr/>
          <p:nvPr/>
        </p:nvSpPr>
        <p:spPr>
          <a:xfrm>
            <a:off x="3670684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lt1"/>
                </a:solidFill>
              </a:rPr>
              <a:t>주문내역조회</a:t>
            </a:r>
            <a:endParaRPr lang="en-US" altLang="ko-KR" sz="1000" b="1" dirty="0">
              <a:solidFill>
                <a:schemeClr val="lt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450CBE3-C5B2-C2B7-6571-24319A15C069}"/>
              </a:ext>
            </a:extLst>
          </p:cNvPr>
          <p:cNvSpPr/>
          <p:nvPr/>
        </p:nvSpPr>
        <p:spPr>
          <a:xfrm>
            <a:off x="4845143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1:1</a:t>
            </a:r>
            <a:r>
              <a:rPr lang="ko-KR" altLang="en-US" sz="1000" dirty="0"/>
              <a:t>문의 내역</a:t>
            </a:r>
            <a:endParaRPr lang="en-US" altLang="ko-KR" sz="16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D515197-CE9A-134F-A9A3-96C3BB3CDC9E}"/>
              </a:ext>
            </a:extLst>
          </p:cNvPr>
          <p:cNvSpPr/>
          <p:nvPr/>
        </p:nvSpPr>
        <p:spPr>
          <a:xfrm>
            <a:off x="6044769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개인정보 수정</a:t>
            </a:r>
            <a:endParaRPr lang="en-US" altLang="ko-KR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90C1E55-2799-5CD0-E451-4059E2A79253}"/>
              </a:ext>
            </a:extLst>
          </p:cNvPr>
          <p:cNvSpPr/>
          <p:nvPr/>
        </p:nvSpPr>
        <p:spPr>
          <a:xfrm>
            <a:off x="1413183" y="6269134"/>
            <a:ext cx="2965116" cy="383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주문번호 추가 완료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F282B95-4CF3-739D-AF85-D7C566D08AEF}"/>
              </a:ext>
            </a:extLst>
          </p:cNvPr>
          <p:cNvGrpSpPr/>
          <p:nvPr/>
        </p:nvGrpSpPr>
        <p:grpSpPr>
          <a:xfrm>
            <a:off x="-883071" y="731520"/>
            <a:ext cx="2098766" cy="5956663"/>
            <a:chOff x="243840" y="731520"/>
            <a:chExt cx="2098766" cy="5956663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3072A67-2D13-5FFE-6FBF-6FF97537F313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D11C0EB-39B3-82A1-4135-E76FB04FF6B1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1C4C7A6-98F0-7EA8-31F2-0B856B380D7D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E5AF17-2713-6694-0CB1-B9DEA5712B69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AAEA001-0451-1F8C-F920-F975ACB4D24B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4BC2C7B1-8283-E091-D376-BF9DC283D90E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84" name="Picture 2" descr="로그인 - 무료 사람들개 아이콘">
              <a:extLst>
                <a:ext uri="{FF2B5EF4-FFF2-40B4-BE49-F238E27FC236}">
                  <a16:creationId xmlns:a16="http://schemas.microsoft.com/office/drawing/2014/main" id="{971A01D0-3019-BF00-C1FF-256C0DF5B3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6B82B59F-EFEA-712C-ECE2-B815FE52C2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F3673BF2-0986-80FD-BB46-B14777D1B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369F274B-104A-D2BA-4560-428DF4D7D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98ACC213-64BE-E8F7-09C4-0E40A4F05B20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9AD0D4FE-8FFC-E3F8-37C4-9411E780314D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2BB159A5-A7D7-5D28-7453-AD3B043D55E3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D13953E-B372-9C1A-4456-206325EB6A85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2BABAFF-F1CE-96A9-F8D5-179D7B139808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5D159DA-337C-BD5A-F021-0FDEDFA83E57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4006D91-136F-A070-7AB0-EE564537B6C1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6ED72C1-CBCA-ADE1-2BB1-9AA7AEA159E3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425F2D0-CE1E-8288-2E0F-2111EB4ACBF6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10DE1EA-DE63-C5A6-FE30-B4D3A17CAC6C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79F87C4-0C2D-F86C-CB48-60CA7B19C69F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86DAB9C-8698-52AE-EC49-39AEC25041BF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83E7A51-48E7-D347-B80B-23F780EAE4C5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2947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6-1-1.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주문내역조회 </a:t>
            </a:r>
            <a:r>
              <a:rPr lang="en-US" altLang="ko-KR" dirty="0"/>
              <a:t>– </a:t>
            </a:r>
            <a:r>
              <a:rPr lang="ko-KR" altLang="en-US" sz="1000" dirty="0"/>
              <a:t>주문내역 상세조회</a:t>
            </a:r>
            <a:r>
              <a:rPr lang="it-IT" altLang="ko-KR" sz="800" dirty="0"/>
              <a:t> </a:t>
            </a:r>
            <a:r>
              <a:rPr lang="ko-KR" altLang="en-US" dirty="0"/>
              <a:t>페이지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11057"/>
              </p:ext>
            </p:extLst>
          </p:nvPr>
        </p:nvGraphicFramePr>
        <p:xfrm>
          <a:off x="8829675" y="752262"/>
          <a:ext cx="3095625" cy="4056817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331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주문내역 상세조회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구매상품에 대한 개별 상세 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주문상품명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 비용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상태 확인 및 배송조회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배송지 정보 및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 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상태 박스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주문상태에 따라 해당 박스에 적용됨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261779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배송조회 버튼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(6-1-1.2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택배정보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택배사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송장번호 팝업 노출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등록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미등록 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‘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아직 배송정보가 등록되지 않았습니다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.’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멘트 팝업 노출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55759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확인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클릭 시 주문내역조회 리스트 페이지 이동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(6-1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43481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주문취소요청 버튼</a:t>
                      </a:r>
                      <a:endParaRPr lang="en-US" altLang="ko-KR" sz="800" b="1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1)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주문접수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결제완료 단계에서 클릭 시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즉시 주문취소 상태로 변경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2)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배송준비중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단계에서 클릭 시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: 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주문취소요청 상태로 변경되며 관리자가 주문취소 상태 결정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환불요청 버튼</a:t>
                      </a:r>
                      <a:endParaRPr lang="en-US" altLang="ko-KR" sz="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상태가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배송중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~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배송완료 단계일 경우에만 버튼 활성화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환불요청 시 관리자와 협의 후 절차 이 후 환불 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65035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045133" y="1231642"/>
            <a:ext cx="2754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주문내역 상세조회</a:t>
            </a:r>
            <a:endParaRPr lang="it-IT" altLang="ko-KR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DE5B81-A1B2-153F-8906-2043F7E53733}"/>
              </a:ext>
            </a:extLst>
          </p:cNvPr>
          <p:cNvSpPr/>
          <p:nvPr/>
        </p:nvSpPr>
        <p:spPr>
          <a:xfrm>
            <a:off x="3214846" y="6638896"/>
            <a:ext cx="1361150" cy="3399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확인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C25DDF-72E0-C1EE-FCEB-E6D231AAAE79}"/>
              </a:ext>
            </a:extLst>
          </p:cNvPr>
          <p:cNvSpPr/>
          <p:nvPr/>
        </p:nvSpPr>
        <p:spPr>
          <a:xfrm>
            <a:off x="4710016" y="6638896"/>
            <a:ext cx="1361150" cy="339969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주문취소요청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A13C990-DF18-871C-01EE-FBD434BF620C}"/>
              </a:ext>
            </a:extLst>
          </p:cNvPr>
          <p:cNvGraphicFramePr>
            <a:graphicFrameLocks noGrp="1"/>
          </p:cNvGraphicFramePr>
          <p:nvPr/>
        </p:nvGraphicFramePr>
        <p:xfrm>
          <a:off x="1939090" y="4237296"/>
          <a:ext cx="6596809" cy="234447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5129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075256">
                  <a:extLst>
                    <a:ext uri="{9D8B030D-6E8A-4147-A177-3AD203B41FA5}">
                      <a16:colId xmlns:a16="http://schemas.microsoft.com/office/drawing/2014/main" val="3917270990"/>
                    </a:ext>
                  </a:extLst>
                </a:gridCol>
                <a:gridCol w="2070451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1394120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765173">
                  <a:extLst>
                    <a:ext uri="{9D8B030D-6E8A-4147-A177-3AD203B41FA5}">
                      <a16:colId xmlns:a16="http://schemas.microsoft.com/office/drawing/2014/main" val="2713901741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</a:tblGrid>
              <a:tr h="24019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92211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White 1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92211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latte tumbler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Ivory color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41,400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071695"/>
                  </a:ext>
                </a:extLst>
              </a:tr>
              <a:tr h="256413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배송비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619664"/>
                  </a:ext>
                </a:extLst>
              </a:tr>
            </a:tbl>
          </a:graphicData>
        </a:graphic>
      </p:graphicFrame>
      <p:sp>
        <p:nvSpPr>
          <p:cNvPr id="56" name="AutoShape 256">
            <a:extLst>
              <a:ext uri="{FF2B5EF4-FFF2-40B4-BE49-F238E27FC236}">
                <a16:creationId xmlns:a16="http://schemas.microsoft.com/office/drawing/2014/main" id="{642304A2-10C2-42CC-F8FB-87D5D6255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603" y="648644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580ABD7-D24E-E889-DC81-9A28679E4B6C}"/>
              </a:ext>
            </a:extLst>
          </p:cNvPr>
          <p:cNvSpPr/>
          <p:nvPr/>
        </p:nvSpPr>
        <p:spPr>
          <a:xfrm>
            <a:off x="1995639" y="3454254"/>
            <a:ext cx="3194026" cy="32498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주문접수</a:t>
            </a:r>
          </a:p>
        </p:txBody>
      </p:sp>
      <p:pic>
        <p:nvPicPr>
          <p:cNvPr id="60" name="Picture 4">
            <a:extLst>
              <a:ext uri="{FF2B5EF4-FFF2-40B4-BE49-F238E27FC236}">
                <a16:creationId xmlns:a16="http://schemas.microsoft.com/office/drawing/2014/main" id="{F021F9CB-9057-C112-73B9-55A6D3DA2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722" y="4603501"/>
            <a:ext cx="703698" cy="70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B67A4782-152F-38C7-FB86-6C93246B6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247" y="5501848"/>
            <a:ext cx="703698" cy="70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1C194A05-5716-ED03-7233-1E7AFD215175}"/>
              </a:ext>
            </a:extLst>
          </p:cNvPr>
          <p:cNvSpPr/>
          <p:nvPr/>
        </p:nvSpPr>
        <p:spPr>
          <a:xfrm>
            <a:off x="2011813" y="4810477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1F0DBB7-7F7C-E75A-533F-5936332106EC}"/>
              </a:ext>
            </a:extLst>
          </p:cNvPr>
          <p:cNvSpPr/>
          <p:nvPr/>
        </p:nvSpPr>
        <p:spPr>
          <a:xfrm>
            <a:off x="2011813" y="5728193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217A4BC-E2A6-AB67-C6DA-2CB4BB1CB16F}"/>
              </a:ext>
            </a:extLst>
          </p:cNvPr>
          <p:cNvSpPr/>
          <p:nvPr/>
        </p:nvSpPr>
        <p:spPr>
          <a:xfrm>
            <a:off x="2010693" y="4267111"/>
            <a:ext cx="179158" cy="18023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5" name="AutoShape 256">
            <a:extLst>
              <a:ext uri="{FF2B5EF4-FFF2-40B4-BE49-F238E27FC236}">
                <a16:creationId xmlns:a16="http://schemas.microsoft.com/office/drawing/2014/main" id="{FD9BA569-68C5-83C9-3081-46674FD9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07" y="648644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7" name="AutoShape 256">
            <a:extLst>
              <a:ext uri="{FF2B5EF4-FFF2-40B4-BE49-F238E27FC236}">
                <a16:creationId xmlns:a16="http://schemas.microsoft.com/office/drawing/2014/main" id="{7BB0567B-3021-5059-CBA7-39D4DEC2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188" y="336139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49F32E3-5410-1174-D8EA-53D62E00D2D3}"/>
              </a:ext>
            </a:extLst>
          </p:cNvPr>
          <p:cNvSpPr/>
          <p:nvPr/>
        </p:nvSpPr>
        <p:spPr>
          <a:xfrm>
            <a:off x="6251036" y="6638896"/>
            <a:ext cx="1361150" cy="339969"/>
          </a:xfrm>
          <a:prstGeom prst="rect">
            <a:avLst/>
          </a:prstGeom>
          <a:solidFill>
            <a:srgbClr val="C0000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환불 요청</a:t>
            </a:r>
          </a:p>
        </p:txBody>
      </p:sp>
      <p:sp>
        <p:nvSpPr>
          <p:cNvPr id="69" name="AutoShape 256">
            <a:extLst>
              <a:ext uri="{FF2B5EF4-FFF2-40B4-BE49-F238E27FC236}">
                <a16:creationId xmlns:a16="http://schemas.microsoft.com/office/drawing/2014/main" id="{62982571-8777-E0A1-77D1-C614DCBE3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623" y="648644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D5A9CDB-E432-0BAC-F137-7D72BA4DD96E}"/>
              </a:ext>
            </a:extLst>
          </p:cNvPr>
          <p:cNvSpPr/>
          <p:nvPr/>
        </p:nvSpPr>
        <p:spPr>
          <a:xfrm>
            <a:off x="9120056" y="5417117"/>
            <a:ext cx="2965116" cy="10693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주문 상세 내역</a:t>
            </a:r>
            <a:endParaRPr lang="en-US" altLang="ko-KR" sz="1600" dirty="0"/>
          </a:p>
          <a:p>
            <a:pPr algn="ctr"/>
            <a:r>
              <a:rPr lang="ko-KR" altLang="en-US" sz="1600" dirty="0"/>
              <a:t>페이지 유형으로 교체 및</a:t>
            </a:r>
            <a:endParaRPr lang="en-US" altLang="ko-KR" sz="1600" dirty="0"/>
          </a:p>
          <a:p>
            <a:pPr algn="ctr"/>
            <a:r>
              <a:rPr lang="ko-KR" altLang="en-US" sz="1600" dirty="0"/>
              <a:t> 레이아웃 수정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DA5886C-0662-3283-0E1F-136F5ADCAFB4}"/>
              </a:ext>
            </a:extLst>
          </p:cNvPr>
          <p:cNvSpPr/>
          <p:nvPr/>
        </p:nvSpPr>
        <p:spPr>
          <a:xfrm>
            <a:off x="3670684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lt1"/>
                </a:solidFill>
              </a:rPr>
              <a:t>주문내역조회</a:t>
            </a:r>
            <a:endParaRPr lang="en-US" altLang="ko-KR" sz="1000" b="1" dirty="0">
              <a:solidFill>
                <a:schemeClr val="lt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8504D35-0D7E-B0D7-B42D-DD0DF68E3067}"/>
              </a:ext>
            </a:extLst>
          </p:cNvPr>
          <p:cNvSpPr/>
          <p:nvPr/>
        </p:nvSpPr>
        <p:spPr>
          <a:xfrm>
            <a:off x="4845143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1:1</a:t>
            </a:r>
            <a:r>
              <a:rPr lang="ko-KR" altLang="en-US" sz="1000" dirty="0"/>
              <a:t>문의 내역</a:t>
            </a:r>
            <a:endParaRPr lang="en-US" altLang="ko-KR" sz="16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36399C8-8220-7676-17F6-BBA9195942F1}"/>
              </a:ext>
            </a:extLst>
          </p:cNvPr>
          <p:cNvSpPr/>
          <p:nvPr/>
        </p:nvSpPr>
        <p:spPr>
          <a:xfrm>
            <a:off x="6044769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개인정보 수정</a:t>
            </a:r>
            <a:endParaRPr lang="en-US" altLang="ko-KR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3E5496-45DC-440A-6EEB-647771B5FB81}"/>
              </a:ext>
            </a:extLst>
          </p:cNvPr>
          <p:cNvSpPr txBox="1"/>
          <p:nvPr/>
        </p:nvSpPr>
        <p:spPr>
          <a:xfrm>
            <a:off x="1939090" y="3898342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주문 제품 상세 내역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CBDEF1-29F3-56FC-34AE-6BB1D54994DD}"/>
              </a:ext>
            </a:extLst>
          </p:cNvPr>
          <p:cNvSpPr txBox="1"/>
          <p:nvPr/>
        </p:nvSpPr>
        <p:spPr>
          <a:xfrm>
            <a:off x="1939090" y="2397229"/>
            <a:ext cx="1122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230901-115568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19548A-A31C-CF10-2E1F-4BA345A98EA7}"/>
              </a:ext>
            </a:extLst>
          </p:cNvPr>
          <p:cNvSpPr txBox="1"/>
          <p:nvPr/>
        </p:nvSpPr>
        <p:spPr>
          <a:xfrm>
            <a:off x="1939090" y="2559549"/>
            <a:ext cx="2765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/>
              <a:t>piknic</a:t>
            </a:r>
            <a:r>
              <a:rPr lang="en-US" altLang="ko-KR" sz="2000" b="1" dirty="0"/>
              <a:t> T-shirts </a:t>
            </a:r>
            <a:r>
              <a:rPr lang="ko-KR" altLang="en-US" sz="2000" b="1" dirty="0"/>
              <a:t>외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건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A4C9D9-83FB-A9F5-49A3-89024C5A86EF}"/>
              </a:ext>
            </a:extLst>
          </p:cNvPr>
          <p:cNvSpPr txBox="1"/>
          <p:nvPr/>
        </p:nvSpPr>
        <p:spPr>
          <a:xfrm>
            <a:off x="1939090" y="2912055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총 </a:t>
            </a:r>
            <a:r>
              <a:rPr lang="en-US" altLang="ko-KR" sz="2000" b="1" dirty="0"/>
              <a:t>87,400</a:t>
            </a:r>
            <a:r>
              <a:rPr lang="ko-KR" altLang="en-US" sz="2000" b="1" dirty="0"/>
              <a:t>원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16D3D1-1639-BF98-1814-3D6BA2E3C841}"/>
              </a:ext>
            </a:extLst>
          </p:cNvPr>
          <p:cNvSpPr/>
          <p:nvPr/>
        </p:nvSpPr>
        <p:spPr>
          <a:xfrm>
            <a:off x="5341872" y="3454254"/>
            <a:ext cx="3194026" cy="32498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배송조회</a:t>
            </a:r>
          </a:p>
        </p:txBody>
      </p:sp>
      <p:sp>
        <p:nvSpPr>
          <p:cNvPr id="9" name="AutoShape 256">
            <a:extLst>
              <a:ext uri="{FF2B5EF4-FFF2-40B4-BE49-F238E27FC236}">
                <a16:creationId xmlns:a16="http://schemas.microsoft.com/office/drawing/2014/main" id="{9342D630-0BE0-CC61-3F37-30426542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608" y="336139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843D816-94DB-FF10-2FE5-BF96D488CC4A}"/>
              </a:ext>
            </a:extLst>
          </p:cNvPr>
          <p:cNvGrpSpPr/>
          <p:nvPr/>
        </p:nvGrpSpPr>
        <p:grpSpPr>
          <a:xfrm>
            <a:off x="-311806" y="731520"/>
            <a:ext cx="2098766" cy="5956663"/>
            <a:chOff x="243840" y="731520"/>
            <a:chExt cx="2098766" cy="595666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C1E2306-AE6A-3D38-F042-C1ABD85A7FB0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0CE3063-C482-CFAB-2C35-9011C2E6A1E5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3EDC40-4A91-4FF2-0928-D187C7321E70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13DD71-6387-18B1-9836-D16B61C1AC1D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4B099B-0C18-DC14-15BB-0BCDC5196B94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158644B-E0FB-F849-497B-1C771C86B1C7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0" name="Picture 2" descr="로그인 - 무료 사람들개 아이콘">
              <a:extLst>
                <a:ext uri="{FF2B5EF4-FFF2-40B4-BE49-F238E27FC236}">
                  <a16:creationId xmlns:a16="http://schemas.microsoft.com/office/drawing/2014/main" id="{60829FF6-1963-757B-9941-8147D69F49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10F481A2-BBFA-6701-36AD-C9B586086D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A79A5AE0-9080-7788-3828-D5CD8BFB5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95F7F77-DEAA-3D06-FA82-798A981A8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909C2FD3-F578-5B80-EDB0-1E20C92F2687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CBBFF00-1317-51EA-04E3-179A1F2E25BB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355E9801-921C-C2B6-4430-914CAB0E4246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2E9205C-DF00-E16B-407D-9CD68F3F43D2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D711415-0718-6B4E-41C2-2643CEB9B8FE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3577C91-F707-C04B-8E0A-7FEB4B2EDAE3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2E4999F0-2413-D080-9E5D-A8C575FA6CD2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8DA1486-C08D-FDEF-A289-B11D5F90D441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3636FC-DFDB-BC65-E2CF-B74AB9B7B0C8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EA67D8A-70A2-F824-C255-A1FB373E89DE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2C289A-0396-EADC-D72B-4B642D272455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8283FC6-6EA4-CB69-1FB2-E0860F6929E6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22C5DB9-9F19-81BD-5C8C-7BBF914003CC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0993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8C9289-82AF-AAC3-01B8-B3B20D44B576}"/>
              </a:ext>
            </a:extLst>
          </p:cNvPr>
          <p:cNvSpPr/>
          <p:nvPr/>
        </p:nvSpPr>
        <p:spPr>
          <a:xfrm>
            <a:off x="1939090" y="1340161"/>
            <a:ext cx="6195260" cy="22507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6-1-1.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주문내역조회 </a:t>
            </a:r>
            <a:r>
              <a:rPr lang="en-US" altLang="ko-KR" dirty="0"/>
              <a:t>– </a:t>
            </a:r>
            <a:r>
              <a:rPr lang="ko-KR" altLang="en-US" sz="1000" dirty="0"/>
              <a:t>주문내역 상세조회</a:t>
            </a:r>
            <a:r>
              <a:rPr lang="it-IT" altLang="ko-KR" sz="800" dirty="0"/>
              <a:t> </a:t>
            </a:r>
            <a:r>
              <a:rPr lang="ko-KR" altLang="en-US" dirty="0"/>
              <a:t>페이지</a:t>
            </a:r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919187"/>
              </p:ext>
            </p:extLst>
          </p:nvPr>
        </p:nvGraphicFramePr>
        <p:xfrm>
          <a:off x="8829675" y="752262"/>
          <a:ext cx="3095625" cy="3270293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331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주문내역 상세조회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구매상품에 대한 개별 상세 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주문상품명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 비용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상태 확인 및 배송조회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배송지 정보 및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결제 정보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261779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55759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43481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65035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D5A9CDB-E432-0BAC-F137-7D72BA4DD96E}"/>
              </a:ext>
            </a:extLst>
          </p:cNvPr>
          <p:cNvSpPr/>
          <p:nvPr/>
        </p:nvSpPr>
        <p:spPr>
          <a:xfrm>
            <a:off x="8951317" y="4848700"/>
            <a:ext cx="2965116" cy="10693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주문 상세 내역</a:t>
            </a:r>
            <a:endParaRPr lang="en-US" altLang="ko-KR" sz="1600" dirty="0"/>
          </a:p>
          <a:p>
            <a:pPr algn="ctr"/>
            <a:r>
              <a:rPr lang="ko-KR" altLang="en-US" sz="1600" dirty="0"/>
              <a:t>페이지 유형으로 교체 및</a:t>
            </a:r>
            <a:endParaRPr lang="en-US" altLang="ko-KR" sz="1600" dirty="0"/>
          </a:p>
          <a:p>
            <a:pPr algn="ctr"/>
            <a:r>
              <a:rPr lang="ko-KR" altLang="en-US" sz="1600" dirty="0"/>
              <a:t> 레이아웃 수정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3E5496-45DC-440A-6EEB-647771B5FB81}"/>
              </a:ext>
            </a:extLst>
          </p:cNvPr>
          <p:cNvSpPr txBox="1"/>
          <p:nvPr/>
        </p:nvSpPr>
        <p:spPr>
          <a:xfrm>
            <a:off x="1939090" y="1063162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배송 정보</a:t>
            </a:r>
          </a:p>
        </p:txBody>
      </p:sp>
      <p:graphicFrame>
        <p:nvGraphicFramePr>
          <p:cNvPr id="14" name="표 5">
            <a:extLst>
              <a:ext uri="{FF2B5EF4-FFF2-40B4-BE49-F238E27FC236}">
                <a16:creationId xmlns:a16="http://schemas.microsoft.com/office/drawing/2014/main" id="{BDEE9B60-BF59-436F-E2BD-D55A2DD06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78910"/>
              </p:ext>
            </p:extLst>
          </p:nvPr>
        </p:nvGraphicFramePr>
        <p:xfrm>
          <a:off x="2012352" y="1378260"/>
          <a:ext cx="1205661" cy="202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661">
                  <a:extLst>
                    <a:ext uri="{9D8B030D-6E8A-4147-A177-3AD203B41FA5}">
                      <a16:colId xmlns:a16="http://schemas.microsoft.com/office/drawing/2014/main" val="1925329540"/>
                    </a:ext>
                  </a:extLst>
                </a:gridCol>
              </a:tblGrid>
              <a:tr h="32544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995"/>
                  </a:ext>
                </a:extLst>
              </a:tr>
              <a:tr h="32544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휴대폰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54653"/>
                  </a:ext>
                </a:extLst>
              </a:tr>
              <a:tr h="373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278800"/>
                  </a:ext>
                </a:extLst>
              </a:tr>
              <a:tr h="325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085370"/>
                  </a:ext>
                </a:extLst>
              </a:tr>
              <a:tr h="325445"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84726"/>
                  </a:ext>
                </a:extLst>
              </a:tr>
              <a:tr h="32544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배송메세지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56963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DA45AA-F0F0-04F2-E5C6-67F726DD6039}"/>
              </a:ext>
            </a:extLst>
          </p:cNvPr>
          <p:cNvSpPr/>
          <p:nvPr/>
        </p:nvSpPr>
        <p:spPr>
          <a:xfrm>
            <a:off x="3102550" y="1409781"/>
            <a:ext cx="2993901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5212F6-7A5D-4FB9-803C-CCDBA08AEDCA}"/>
              </a:ext>
            </a:extLst>
          </p:cNvPr>
          <p:cNvSpPr/>
          <p:nvPr/>
        </p:nvSpPr>
        <p:spPr>
          <a:xfrm>
            <a:off x="3102550" y="1690250"/>
            <a:ext cx="2993901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</a:rPr>
              <a:t>010-1234-5678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A2C41F-F2CC-C924-C78F-D9158435C71A}"/>
              </a:ext>
            </a:extLst>
          </p:cNvPr>
          <p:cNvSpPr/>
          <p:nvPr/>
        </p:nvSpPr>
        <p:spPr>
          <a:xfrm>
            <a:off x="3102550" y="2000131"/>
            <a:ext cx="916797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45678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B74D26-6D79-3ABF-FB4F-1BBF218DFD7B}"/>
              </a:ext>
            </a:extLst>
          </p:cNvPr>
          <p:cNvSpPr/>
          <p:nvPr/>
        </p:nvSpPr>
        <p:spPr>
          <a:xfrm>
            <a:off x="3102550" y="2307489"/>
            <a:ext cx="2993901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서울시 강남구 </a:t>
            </a:r>
            <a:r>
              <a:rPr lang="ko-KR" altLang="en-US" sz="1000" b="1">
                <a:solidFill>
                  <a:schemeClr val="tx1"/>
                </a:solidFill>
              </a:rPr>
              <a:t>서초동 </a:t>
            </a:r>
            <a:r>
              <a:rPr lang="en-US" altLang="ko-KR" sz="1000" b="1" dirty="0">
                <a:solidFill>
                  <a:schemeClr val="tx1"/>
                </a:solidFill>
              </a:rPr>
              <a:t>1-1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EDAD18-D803-141C-9C23-D14DBA81BBD8}"/>
              </a:ext>
            </a:extLst>
          </p:cNvPr>
          <p:cNvSpPr/>
          <p:nvPr/>
        </p:nvSpPr>
        <p:spPr>
          <a:xfrm>
            <a:off x="3102550" y="2569745"/>
            <a:ext cx="2993901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501</a:t>
            </a:r>
            <a:r>
              <a:rPr lang="ko-KR" altLang="en-US" sz="1000" b="1" dirty="0">
                <a:solidFill>
                  <a:schemeClr val="tx1"/>
                </a:solidFill>
              </a:rPr>
              <a:t>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50E9BD-8288-06AD-B407-2BB973E71BC9}"/>
              </a:ext>
            </a:extLst>
          </p:cNvPr>
          <p:cNvSpPr/>
          <p:nvPr/>
        </p:nvSpPr>
        <p:spPr>
          <a:xfrm>
            <a:off x="3102550" y="3094257"/>
            <a:ext cx="2993901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err="1">
                <a:solidFill>
                  <a:schemeClr val="tx1"/>
                </a:solidFill>
              </a:rPr>
              <a:t>부재시</a:t>
            </a:r>
            <a:r>
              <a:rPr lang="ko-KR" altLang="en-US" sz="1000" b="1" dirty="0">
                <a:solidFill>
                  <a:schemeClr val="tx1"/>
                </a:solidFill>
              </a:rPr>
              <a:t> 연락주세요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0E5EE27-D1E2-6C17-2487-6004FDD9FBDB}"/>
              </a:ext>
            </a:extLst>
          </p:cNvPr>
          <p:cNvSpPr/>
          <p:nvPr/>
        </p:nvSpPr>
        <p:spPr>
          <a:xfrm>
            <a:off x="1918800" y="4106738"/>
            <a:ext cx="6195260" cy="13414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14E8E2-8B97-2258-EF86-CC733A8C5E13}"/>
              </a:ext>
            </a:extLst>
          </p:cNvPr>
          <p:cNvSpPr txBox="1"/>
          <p:nvPr/>
        </p:nvSpPr>
        <p:spPr>
          <a:xfrm>
            <a:off x="1939090" y="3829739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결제 정보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EA06EC-D6D1-4102-0B98-6EFBEF9BE4CB}"/>
              </a:ext>
            </a:extLst>
          </p:cNvPr>
          <p:cNvSpPr/>
          <p:nvPr/>
        </p:nvSpPr>
        <p:spPr>
          <a:xfrm>
            <a:off x="2063998" y="4599513"/>
            <a:ext cx="1154016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tx1"/>
                </a:solidFill>
              </a:rPr>
              <a:t>결제유형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A5F8FC0-3868-1077-BB40-08343202FCD8}"/>
              </a:ext>
            </a:extLst>
          </p:cNvPr>
          <p:cNvSpPr/>
          <p:nvPr/>
        </p:nvSpPr>
        <p:spPr>
          <a:xfrm>
            <a:off x="3016701" y="4599513"/>
            <a:ext cx="4639703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무통장입금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741D0B8-92AA-B308-948F-66A93955C00E}"/>
              </a:ext>
            </a:extLst>
          </p:cNvPr>
          <p:cNvSpPr/>
          <p:nvPr/>
        </p:nvSpPr>
        <p:spPr>
          <a:xfrm>
            <a:off x="2063998" y="4189416"/>
            <a:ext cx="1154016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tx1"/>
                </a:solidFill>
              </a:rPr>
              <a:t>결제비용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7F0B0D7-22D2-A021-8F5D-1B262C244C0E}"/>
              </a:ext>
            </a:extLst>
          </p:cNvPr>
          <p:cNvSpPr/>
          <p:nvPr/>
        </p:nvSpPr>
        <p:spPr>
          <a:xfrm>
            <a:off x="3016701" y="4189416"/>
            <a:ext cx="4639703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</a:rPr>
              <a:t>89,000</a:t>
            </a:r>
            <a:r>
              <a:rPr lang="ko-KR" altLang="en-US" sz="1050" b="1" dirty="0">
                <a:solidFill>
                  <a:schemeClr val="tx1"/>
                </a:solidFill>
              </a:rPr>
              <a:t>원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A29521E-6D0E-8BCB-F6D6-21CAF4C2CC5A}"/>
              </a:ext>
            </a:extLst>
          </p:cNvPr>
          <p:cNvSpPr/>
          <p:nvPr/>
        </p:nvSpPr>
        <p:spPr>
          <a:xfrm>
            <a:off x="2063998" y="5002613"/>
            <a:ext cx="1154016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tx1"/>
                </a:solidFill>
              </a:rPr>
              <a:t>입금계좌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98ADD01-E4A7-F966-8F39-40D24EDBCE8A}"/>
              </a:ext>
            </a:extLst>
          </p:cNvPr>
          <p:cNvSpPr/>
          <p:nvPr/>
        </p:nvSpPr>
        <p:spPr>
          <a:xfrm>
            <a:off x="3016701" y="5002613"/>
            <a:ext cx="4639703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신한은행   </a:t>
            </a:r>
            <a:r>
              <a:rPr lang="en-US" altLang="ko-KR" sz="1050" b="1" dirty="0">
                <a:solidFill>
                  <a:schemeClr val="tx1"/>
                </a:solidFill>
              </a:rPr>
              <a:t>|</a:t>
            </a:r>
            <a:r>
              <a:rPr lang="ko-KR" altLang="en-US" sz="1050" b="1" dirty="0">
                <a:solidFill>
                  <a:schemeClr val="tx1"/>
                </a:solidFill>
              </a:rPr>
              <a:t>  </a:t>
            </a:r>
            <a:r>
              <a:rPr lang="en-US" altLang="ko-KR" sz="1050" b="1" dirty="0">
                <a:solidFill>
                  <a:schemeClr val="tx1"/>
                </a:solidFill>
              </a:rPr>
              <a:t>123-45-67890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7FD5A49-FC08-2B07-63A5-488B8CF68669}"/>
              </a:ext>
            </a:extLst>
          </p:cNvPr>
          <p:cNvSpPr/>
          <p:nvPr/>
        </p:nvSpPr>
        <p:spPr>
          <a:xfrm>
            <a:off x="2071200" y="4563938"/>
            <a:ext cx="2900850" cy="730867"/>
          </a:xfrm>
          <a:prstGeom prst="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화살표: 아래쪽 77">
            <a:extLst>
              <a:ext uri="{FF2B5EF4-FFF2-40B4-BE49-F238E27FC236}">
                <a16:creationId xmlns:a16="http://schemas.microsoft.com/office/drawing/2014/main" id="{4C59D036-F9E2-3982-7702-3C1918F0EC46}"/>
              </a:ext>
            </a:extLst>
          </p:cNvPr>
          <p:cNvSpPr/>
          <p:nvPr/>
        </p:nvSpPr>
        <p:spPr>
          <a:xfrm>
            <a:off x="2305050" y="5294805"/>
            <a:ext cx="342900" cy="5905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ABAC58A-E7AC-6DB1-AC88-AB595165D172}"/>
              </a:ext>
            </a:extLst>
          </p:cNvPr>
          <p:cNvSpPr/>
          <p:nvPr/>
        </p:nvSpPr>
        <p:spPr>
          <a:xfrm>
            <a:off x="2063998" y="5912766"/>
            <a:ext cx="1154016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tx1"/>
                </a:solidFill>
              </a:rPr>
              <a:t>결제유형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6571321-7595-565B-0078-E5DFC15E808F}"/>
              </a:ext>
            </a:extLst>
          </p:cNvPr>
          <p:cNvSpPr/>
          <p:nvPr/>
        </p:nvSpPr>
        <p:spPr>
          <a:xfrm>
            <a:off x="2063998" y="6315866"/>
            <a:ext cx="1154016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tx1"/>
                </a:solidFill>
              </a:rPr>
              <a:t>카드정보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52D91DE-76AB-05C9-AFAB-E3444E324EF0}"/>
              </a:ext>
            </a:extLst>
          </p:cNvPr>
          <p:cNvSpPr/>
          <p:nvPr/>
        </p:nvSpPr>
        <p:spPr>
          <a:xfrm>
            <a:off x="2901255" y="5914841"/>
            <a:ext cx="4639703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신용카드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F1BE357-415B-7084-D830-4E0A5E700878}"/>
              </a:ext>
            </a:extLst>
          </p:cNvPr>
          <p:cNvSpPr/>
          <p:nvPr/>
        </p:nvSpPr>
        <p:spPr>
          <a:xfrm>
            <a:off x="2901255" y="6317941"/>
            <a:ext cx="4639703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현대카드 </a:t>
            </a:r>
            <a:r>
              <a:rPr lang="en-US" altLang="ko-KR" sz="1050" b="1" dirty="0">
                <a:solidFill>
                  <a:schemeClr val="tx1"/>
                </a:solidFill>
              </a:rPr>
              <a:t>(1234-****-****-****)   |   </a:t>
            </a:r>
            <a:r>
              <a:rPr lang="ko-KR" altLang="en-US" sz="1050" b="1" dirty="0">
                <a:solidFill>
                  <a:schemeClr val="tx1"/>
                </a:solidFill>
              </a:rPr>
              <a:t>일시불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88C7612-7067-A5E6-17FF-E007C7322B7C}"/>
              </a:ext>
            </a:extLst>
          </p:cNvPr>
          <p:cNvSpPr/>
          <p:nvPr/>
        </p:nvSpPr>
        <p:spPr>
          <a:xfrm>
            <a:off x="2671010" y="5520420"/>
            <a:ext cx="4639703" cy="26225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rgbClr val="C00000"/>
                </a:solidFill>
              </a:rPr>
              <a:t>카드결제의 경우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D7A43A3-BDAD-1F4D-6901-38303745D7BA}"/>
              </a:ext>
            </a:extLst>
          </p:cNvPr>
          <p:cNvGrpSpPr/>
          <p:nvPr/>
        </p:nvGrpSpPr>
        <p:grpSpPr>
          <a:xfrm>
            <a:off x="-311806" y="731520"/>
            <a:ext cx="2098766" cy="5956663"/>
            <a:chOff x="243840" y="731520"/>
            <a:chExt cx="2098766" cy="595666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CEBDF5A-A4EC-93C7-908D-C46E371A6446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353FE0D-C081-509D-D1E1-E00BFF6EA6A8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F79CE6-D722-7A12-ED92-A26A8FFD4CC0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E1CB29-9BD4-A6DD-1FA0-4AA79B2FBA02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98285F-D339-9FD1-4B37-ECD37E6FF3B4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151ADEC-DCE3-CEFC-2605-FD1AA1DCA9BE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2" name="Picture 2" descr="로그인 - 무료 사람들개 아이콘">
              <a:extLst>
                <a:ext uri="{FF2B5EF4-FFF2-40B4-BE49-F238E27FC236}">
                  <a16:creationId xmlns:a16="http://schemas.microsoft.com/office/drawing/2014/main" id="{F90E5945-6E0E-9D47-E903-F2B80F4BA5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87259BDA-1554-2CEB-B05A-6B38DE4CBD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30B0259-69E8-88C3-D653-83F8C124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E7D1A79-1F9C-8AFE-2ED1-EC4F58EF9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39CD176-771A-E46C-7843-5870D97DEF9B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B90126E-59FD-7269-8865-DEEA15602A29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517C7D43-ACB2-03EC-8AAC-3A6E492CE167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BFA3B8F-F49B-8337-43E7-8C1C178CB8ED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1F8D9E-86BF-0E53-16B1-369727E47543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3B0EBE-3092-ACD3-3E4E-CA90CA0E9EEF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50161A4F-43EB-193C-FEFF-00DE83C1604B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56B147-DF3C-52AF-C55D-4421C00172F9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C5C2C5B-3609-3270-8BE1-ADA37D02F869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B4E36CE-E762-D2BC-5093-74E1EB8DF86D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479470-7F7E-E0A1-472C-F6E6CDD1031C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531FCE2-CE0A-51BD-8322-C9DD1E3D4C52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3C0B19E-8237-8A5C-74A3-4459E1810726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37603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6-1-1.1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주문내역조회 </a:t>
            </a:r>
            <a:r>
              <a:rPr lang="en-US" altLang="ko-KR" dirty="0"/>
              <a:t>– </a:t>
            </a:r>
            <a:r>
              <a:rPr lang="ko-KR" altLang="en-US" dirty="0"/>
              <a:t>주문내역 상세조회 </a:t>
            </a:r>
            <a:r>
              <a:rPr lang="en-US" altLang="ko-KR" dirty="0"/>
              <a:t>– </a:t>
            </a:r>
            <a:r>
              <a:rPr lang="ko-KR" altLang="en-US" dirty="0"/>
              <a:t>상황 별 </a:t>
            </a:r>
            <a:r>
              <a:rPr lang="ko-KR" altLang="en-US" dirty="0" err="1"/>
              <a:t>알럿창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603099"/>
              </p:ext>
            </p:extLst>
          </p:nvPr>
        </p:nvGraphicFramePr>
        <p:xfrm>
          <a:off x="8829675" y="752262"/>
          <a:ext cx="3095625" cy="3313907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331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주문 취소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주문접수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~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 준비중 상태에서 주문취소요청 버튼 클릭 시 해당 내용의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확인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취소 적용되며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3,4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번 팝업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닫기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취소 적용되지 않고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닫음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261779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환불 요청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배송중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~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배송완료 상태에서 주문취소요청 버튼 클릭 시 해당 내용의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확인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취소 적용되며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번 팝업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닫기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취소 적용되지 않고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닫음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5575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주문 취소 확인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주문접수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결제완료 단계일 경우 해당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434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주문 취소 확인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배송 준비중 단계일 경우 해당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환불 요청 확인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환불 요청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확인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클릭 시 해당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5FD2A6-80B8-0941-5593-5231E341A8AD}"/>
              </a:ext>
            </a:extLst>
          </p:cNvPr>
          <p:cNvSpPr/>
          <p:nvPr/>
        </p:nvSpPr>
        <p:spPr>
          <a:xfrm>
            <a:off x="243840" y="731520"/>
            <a:ext cx="2098766" cy="59566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302030-FFE9-044B-9E74-E88F01664D19}"/>
              </a:ext>
            </a:extLst>
          </p:cNvPr>
          <p:cNvSpPr/>
          <p:nvPr/>
        </p:nvSpPr>
        <p:spPr>
          <a:xfrm>
            <a:off x="745501" y="859847"/>
            <a:ext cx="1095445" cy="406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7CFC9-A477-A9F4-BAFA-86066DFB4389}"/>
              </a:ext>
            </a:extLst>
          </p:cNvPr>
          <p:cNvSpPr txBox="1"/>
          <p:nvPr/>
        </p:nvSpPr>
        <p:spPr>
          <a:xfrm>
            <a:off x="606700" y="2253751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2EF33-BE9B-6F65-C325-6EAA704E3857}"/>
              </a:ext>
            </a:extLst>
          </p:cNvPr>
          <p:cNvSpPr txBox="1"/>
          <p:nvPr/>
        </p:nvSpPr>
        <p:spPr>
          <a:xfrm>
            <a:off x="606700" y="2772926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kern="1200" dirty="0" err="1">
                <a:solidFill>
                  <a:srgbClr val="404040"/>
                </a:solidFill>
                <a:latin typeface="+mn-lt"/>
                <a:ea typeface="+mn-ea"/>
                <a:cs typeface="+mn-cs"/>
              </a:rPr>
              <a:t>piknic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 exclusive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298BD8-351B-AD73-A0A9-1C6C4E9778F9}"/>
              </a:ext>
            </a:extLst>
          </p:cNvPr>
          <p:cNvSpPr txBox="1"/>
          <p:nvPr/>
        </p:nvSpPr>
        <p:spPr>
          <a:xfrm>
            <a:off x="606700" y="3292101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Exhibition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A02EE6-4109-09F3-A306-AFCB8C1DF7BD}"/>
              </a:ext>
            </a:extLst>
          </p:cNvPr>
          <p:cNvSpPr txBox="1"/>
          <p:nvPr/>
        </p:nvSpPr>
        <p:spPr>
          <a:xfrm>
            <a:off x="606700" y="3811276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kern="120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Books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B71C12-0762-0CFA-4B9A-669332B0DDBB}"/>
              </a:ext>
            </a:extLst>
          </p:cNvPr>
          <p:cNvSpPr txBox="1"/>
          <p:nvPr/>
        </p:nvSpPr>
        <p:spPr>
          <a:xfrm>
            <a:off x="606700" y="4764159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404040"/>
                </a:solidFill>
              </a:defRPr>
            </a:lvl1pPr>
          </a:lstStyle>
          <a:p>
            <a:r>
              <a:rPr lang="en-US" altLang="ko-KR" dirty="0"/>
              <a:t>about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0E413C-A075-35B9-AB9A-687B8B4306E2}"/>
              </a:ext>
            </a:extLst>
          </p:cNvPr>
          <p:cNvSpPr txBox="1"/>
          <p:nvPr/>
        </p:nvSpPr>
        <p:spPr>
          <a:xfrm>
            <a:off x="606700" y="5033473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404040"/>
                </a:solidFill>
              </a:defRPr>
            </a:lvl1pPr>
          </a:lstStyle>
          <a:p>
            <a:r>
              <a:rPr lang="en-US" altLang="ko-KR" dirty="0"/>
              <a:t>contact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98B936-F87C-8F4D-2BE0-7442FD47D065}"/>
              </a:ext>
            </a:extLst>
          </p:cNvPr>
          <p:cNvSpPr txBox="1"/>
          <p:nvPr/>
        </p:nvSpPr>
        <p:spPr>
          <a:xfrm>
            <a:off x="606700" y="5342660"/>
            <a:ext cx="13730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404040"/>
                </a:solidFill>
              </a:defRPr>
            </a:lvl1pPr>
          </a:lstStyle>
          <a:p>
            <a:r>
              <a:rPr lang="en-US" altLang="ko-KR" dirty="0"/>
              <a:t>FAQ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7167F2E-3CE1-8809-8552-42F630D69968}"/>
              </a:ext>
            </a:extLst>
          </p:cNvPr>
          <p:cNvCxnSpPr/>
          <p:nvPr/>
        </p:nvCxnSpPr>
        <p:spPr>
          <a:xfrm>
            <a:off x="365760" y="4530683"/>
            <a:ext cx="180267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34" name="Picture 4" descr="쇼핑, 장바구니, 개요 아이콘 에 Eva Outline Icons">
            <a:extLst>
              <a:ext uri="{FF2B5EF4-FFF2-40B4-BE49-F238E27FC236}">
                <a16:creationId xmlns:a16="http://schemas.microsoft.com/office/drawing/2014/main" id="{A3602F4A-30A6-A175-A07B-4E47DA66F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505" y="1491595"/>
            <a:ext cx="250371" cy="25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42A27F3-4109-5E02-149D-1771C5E34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55" y="5938077"/>
            <a:ext cx="1689735" cy="3768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E2F9B93-C8FC-A5C4-FFD7-0DCA1D720A8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8F0"/>
              </a:clrFrom>
              <a:clrTo>
                <a:srgbClr val="FAF8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8185" y="6296826"/>
            <a:ext cx="1085850" cy="361950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E99FB8D-480F-DC5D-239E-3DFD9C03A570}"/>
              </a:ext>
            </a:extLst>
          </p:cNvPr>
          <p:cNvCxnSpPr/>
          <p:nvPr/>
        </p:nvCxnSpPr>
        <p:spPr>
          <a:xfrm>
            <a:off x="365760" y="1865860"/>
            <a:ext cx="180267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C40EF79-A78A-2A8F-3B58-E4514468C27E}"/>
              </a:ext>
            </a:extLst>
          </p:cNvPr>
          <p:cNvCxnSpPr/>
          <p:nvPr/>
        </p:nvCxnSpPr>
        <p:spPr>
          <a:xfrm>
            <a:off x="365760" y="5833574"/>
            <a:ext cx="180267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5" name="Picture 2" descr="로그인 - 무료 사람들개 아이콘">
            <a:extLst>
              <a:ext uri="{FF2B5EF4-FFF2-40B4-BE49-F238E27FC236}">
                <a16:creationId xmlns:a16="http://schemas.microsoft.com/office/drawing/2014/main" id="{5C3C62D6-7E94-9D05-4AC8-61CB6D1CF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51" y="1527564"/>
            <a:ext cx="178434" cy="17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AFA21-B9E3-AD12-5352-8864EC2B6209}"/>
              </a:ext>
            </a:extLst>
          </p:cNvPr>
          <p:cNvSpPr/>
          <p:nvPr/>
        </p:nvSpPr>
        <p:spPr>
          <a:xfrm>
            <a:off x="300516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dk1"/>
                </a:solidFill>
              </a:rPr>
              <a:t>장바구니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256EF8-65A5-2B25-1578-DA40B5B6D586}"/>
              </a:ext>
            </a:extLst>
          </p:cNvPr>
          <p:cNvSpPr/>
          <p:nvPr/>
        </p:nvSpPr>
        <p:spPr>
          <a:xfrm>
            <a:off x="4246139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lt1"/>
                </a:solidFill>
              </a:rPr>
              <a:t>주문내역조회</a:t>
            </a:r>
            <a:endParaRPr lang="en-US" altLang="ko-KR" sz="1000" dirty="0">
              <a:solidFill>
                <a:schemeClr val="l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59EBF-88F7-A339-475A-FDAD7727B77E}"/>
              </a:ext>
            </a:extLst>
          </p:cNvPr>
          <p:cNvSpPr/>
          <p:nvPr/>
        </p:nvSpPr>
        <p:spPr>
          <a:xfrm>
            <a:off x="542059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1:1</a:t>
            </a:r>
            <a:r>
              <a:rPr lang="ko-KR" altLang="en-US" sz="1000" dirty="0"/>
              <a:t>문의 내역</a:t>
            </a:r>
            <a:endParaRPr lang="en-US" altLang="ko-KR" sz="1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4A668E-1B8E-E3F8-65F8-1221E4578BA2}"/>
              </a:ext>
            </a:extLst>
          </p:cNvPr>
          <p:cNvSpPr/>
          <p:nvPr/>
        </p:nvSpPr>
        <p:spPr>
          <a:xfrm>
            <a:off x="6620224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개인정보 수정</a:t>
            </a:r>
            <a:endParaRPr lang="en-US" altLang="ko-KR" sz="1600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E91FEC9-90A8-F099-6C11-D6471E5A6CC5}"/>
              </a:ext>
            </a:extLst>
          </p:cNvPr>
          <p:cNvGraphicFramePr>
            <a:graphicFrameLocks noGrp="1"/>
          </p:cNvGraphicFramePr>
          <p:nvPr/>
        </p:nvGraphicFramePr>
        <p:xfrm>
          <a:off x="2438264" y="2478868"/>
          <a:ext cx="6273935" cy="358665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9286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3713389042"/>
                    </a:ext>
                  </a:extLst>
                </a:gridCol>
                <a:gridCol w="723899">
                  <a:extLst>
                    <a:ext uri="{9D8B030D-6E8A-4147-A177-3AD203B41FA5}">
                      <a16:colId xmlns:a16="http://schemas.microsoft.com/office/drawing/2014/main" val="2307260643"/>
                    </a:ext>
                  </a:extLst>
                </a:gridCol>
              </a:tblGrid>
              <a:tr h="317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주문일자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결제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주문상태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배송조회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2023.09.01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43,000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주문접수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2023.08.01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결제완료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55244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2023.07.01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/>
                        <a:t>배송준비중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97710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2023.06.01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/>
                        <a:t>배송중</a:t>
                      </a:r>
                      <a:endParaRPr lang="en-US" altLang="ko-KR" sz="10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대한통운 </a:t>
                      </a:r>
                      <a:r>
                        <a:rPr lang="en-US" altLang="ko-KR" sz="800" u="sng" dirty="0">
                          <a:solidFill>
                            <a:srgbClr val="0070C0"/>
                          </a:solidFill>
                        </a:rPr>
                        <a:t>123412341234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82592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2023.05.01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배송완료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92871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2023.04.01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주문취소요청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213945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2023.03.01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주문취소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192046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2023.02.01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환불요청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257888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2023.01.01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환불완료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2576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2BB6609-6A56-1601-BBFC-BE3CD6D198A1}"/>
              </a:ext>
            </a:extLst>
          </p:cNvPr>
          <p:cNvSpPr txBox="1"/>
          <p:nvPr/>
        </p:nvSpPr>
        <p:spPr>
          <a:xfrm>
            <a:off x="4206142" y="614602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&lt; 1 </a:t>
            </a:r>
            <a:r>
              <a:rPr lang="en-US" altLang="ko-KR" sz="1000" b="1" u="sng" dirty="0"/>
              <a:t>2</a:t>
            </a:r>
            <a:r>
              <a:rPr lang="en-US" altLang="ko-KR" sz="1000" dirty="0"/>
              <a:t> 3 4 5 &gt;</a:t>
            </a:r>
            <a:endParaRPr lang="ko-KR" altLang="en-US" sz="1000" dirty="0"/>
          </a:p>
        </p:txBody>
      </p:sp>
      <p:sp>
        <p:nvSpPr>
          <p:cNvPr id="18" name="AutoShape 256">
            <a:extLst>
              <a:ext uri="{FF2B5EF4-FFF2-40B4-BE49-F238E27FC236}">
                <a16:creationId xmlns:a16="http://schemas.microsoft.com/office/drawing/2014/main" id="{FF4E1B92-8A11-7DD2-40E5-1442B2B3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449" y="28813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0" name="AutoShape 256">
            <a:extLst>
              <a:ext uri="{FF2B5EF4-FFF2-40B4-BE49-F238E27FC236}">
                <a16:creationId xmlns:a16="http://schemas.microsoft.com/office/drawing/2014/main" id="{85A89082-4BA7-A451-4DD0-41CF2047D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038" y="32466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1" name="AutoShape 256">
            <a:extLst>
              <a:ext uri="{FF2B5EF4-FFF2-40B4-BE49-F238E27FC236}">
                <a16:creationId xmlns:a16="http://schemas.microsoft.com/office/drawing/2014/main" id="{6BBDF431-05EB-6F4E-17E4-2610A5A6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88" y="361190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2" name="AutoShape 256">
            <a:extLst>
              <a:ext uri="{FF2B5EF4-FFF2-40B4-BE49-F238E27FC236}">
                <a16:creationId xmlns:a16="http://schemas.microsoft.com/office/drawing/2014/main" id="{8EDB9547-20DE-CB42-E7B3-58FD28B82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39771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23" name="AutoShape 256">
            <a:extLst>
              <a:ext uri="{FF2B5EF4-FFF2-40B4-BE49-F238E27FC236}">
                <a16:creationId xmlns:a16="http://schemas.microsoft.com/office/drawing/2014/main" id="{198C5BEE-B321-559F-3CF8-73EE1E119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43424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24" name="AutoShape 256">
            <a:extLst>
              <a:ext uri="{FF2B5EF4-FFF2-40B4-BE49-F238E27FC236}">
                <a16:creationId xmlns:a16="http://schemas.microsoft.com/office/drawing/2014/main" id="{50F928B0-4D1B-1671-0EF4-8F906199D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47077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7</a:t>
            </a:r>
          </a:p>
        </p:txBody>
      </p:sp>
      <p:sp>
        <p:nvSpPr>
          <p:cNvPr id="25" name="AutoShape 256">
            <a:extLst>
              <a:ext uri="{FF2B5EF4-FFF2-40B4-BE49-F238E27FC236}">
                <a16:creationId xmlns:a16="http://schemas.microsoft.com/office/drawing/2014/main" id="{0F13F9D4-CA9B-D56F-6ED1-3EA2F843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07300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8</a:t>
            </a:r>
          </a:p>
        </p:txBody>
      </p:sp>
      <p:sp>
        <p:nvSpPr>
          <p:cNvPr id="26" name="AutoShape 256">
            <a:extLst>
              <a:ext uri="{FF2B5EF4-FFF2-40B4-BE49-F238E27FC236}">
                <a16:creationId xmlns:a16="http://schemas.microsoft.com/office/drawing/2014/main" id="{0C3416B0-DA96-ECC6-2B1F-679D3F314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4382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9</a:t>
            </a:r>
          </a:p>
        </p:txBody>
      </p:sp>
      <p:sp>
        <p:nvSpPr>
          <p:cNvPr id="33" name="AutoShape 256">
            <a:extLst>
              <a:ext uri="{FF2B5EF4-FFF2-40B4-BE49-F238E27FC236}">
                <a16:creationId xmlns:a16="http://schemas.microsoft.com/office/drawing/2014/main" id="{46EF0E6A-389B-F615-84A6-140969DE2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80355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10</a:t>
            </a:r>
          </a:p>
        </p:txBody>
      </p:sp>
      <p:sp>
        <p:nvSpPr>
          <p:cNvPr id="41" name="AutoShape 256">
            <a:extLst>
              <a:ext uri="{FF2B5EF4-FFF2-40B4-BE49-F238E27FC236}">
                <a16:creationId xmlns:a16="http://schemas.microsoft.com/office/drawing/2014/main" id="{F86538D8-8FA2-8AF3-EF60-CE76CFA8E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87" y="28813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D1928E6-F858-88FC-6D34-9C035EAB4F8B}"/>
              </a:ext>
            </a:extLst>
          </p:cNvPr>
          <p:cNvSpPr/>
          <p:nvPr/>
        </p:nvSpPr>
        <p:spPr>
          <a:xfrm>
            <a:off x="8186057" y="2881353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7292F4A-F2B5-BA39-84B9-73FC4651C842}"/>
              </a:ext>
            </a:extLst>
          </p:cNvPr>
          <p:cNvSpPr/>
          <p:nvPr/>
        </p:nvSpPr>
        <p:spPr>
          <a:xfrm>
            <a:off x="8186057" y="3214104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5CAE06-83AA-A1B8-EE0F-7C8CD4D7DCEA}"/>
              </a:ext>
            </a:extLst>
          </p:cNvPr>
          <p:cNvSpPr/>
          <p:nvPr/>
        </p:nvSpPr>
        <p:spPr>
          <a:xfrm>
            <a:off x="8186057" y="357352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7612149-41C9-959C-137F-E300D78FBB1B}"/>
              </a:ext>
            </a:extLst>
          </p:cNvPr>
          <p:cNvSpPr/>
          <p:nvPr/>
        </p:nvSpPr>
        <p:spPr>
          <a:xfrm>
            <a:off x="8186057" y="3968805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DAD1051-1253-9119-3306-53817AECD6E3}"/>
              </a:ext>
            </a:extLst>
          </p:cNvPr>
          <p:cNvSpPr/>
          <p:nvPr/>
        </p:nvSpPr>
        <p:spPr>
          <a:xfrm>
            <a:off x="8186057" y="4409501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2506302-D373-2EF7-7D70-D0F960A59082}"/>
              </a:ext>
            </a:extLst>
          </p:cNvPr>
          <p:cNvSpPr/>
          <p:nvPr/>
        </p:nvSpPr>
        <p:spPr>
          <a:xfrm>
            <a:off x="8186057" y="4749135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D15AC35-A168-A355-F298-1B47CF77E1F5}"/>
              </a:ext>
            </a:extLst>
          </p:cNvPr>
          <p:cNvSpPr/>
          <p:nvPr/>
        </p:nvSpPr>
        <p:spPr>
          <a:xfrm>
            <a:off x="8186057" y="5106186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2BEA670-BFA6-1692-9629-AFF7F0797722}"/>
              </a:ext>
            </a:extLst>
          </p:cNvPr>
          <p:cNvSpPr/>
          <p:nvPr/>
        </p:nvSpPr>
        <p:spPr>
          <a:xfrm>
            <a:off x="8186057" y="543711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F17D74F-96A1-4B40-3A85-87A0C9EB24FF}"/>
              </a:ext>
            </a:extLst>
          </p:cNvPr>
          <p:cNvSpPr/>
          <p:nvPr/>
        </p:nvSpPr>
        <p:spPr>
          <a:xfrm>
            <a:off x="8186057" y="5800408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9" name="AutoShape 256">
            <a:extLst>
              <a:ext uri="{FF2B5EF4-FFF2-40B4-BE49-F238E27FC236}">
                <a16:creationId xmlns:a16="http://schemas.microsoft.com/office/drawing/2014/main" id="{206CCE82-0260-2804-2A19-CAE007780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044" y="278794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6F89AC-CD7F-AB62-9BDB-BB0AA8467678}"/>
              </a:ext>
            </a:extLst>
          </p:cNvPr>
          <p:cNvSpPr/>
          <p:nvPr/>
        </p:nvSpPr>
        <p:spPr>
          <a:xfrm>
            <a:off x="243840" y="733474"/>
            <a:ext cx="8509635" cy="5954709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CA39BBF-157D-5DB4-7BA6-F2F65904BD1E}"/>
              </a:ext>
            </a:extLst>
          </p:cNvPr>
          <p:cNvSpPr/>
          <p:nvPr/>
        </p:nvSpPr>
        <p:spPr>
          <a:xfrm>
            <a:off x="295754" y="1515125"/>
            <a:ext cx="8309406" cy="49130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DE5B81-A1B2-153F-8906-2043F7E53733}"/>
              </a:ext>
            </a:extLst>
          </p:cNvPr>
          <p:cNvSpPr/>
          <p:nvPr/>
        </p:nvSpPr>
        <p:spPr>
          <a:xfrm>
            <a:off x="2466381" y="5908431"/>
            <a:ext cx="1361150" cy="3399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확인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C25DDF-72E0-C1EE-FCEB-E6D231AAAE79}"/>
              </a:ext>
            </a:extLst>
          </p:cNvPr>
          <p:cNvSpPr/>
          <p:nvPr/>
        </p:nvSpPr>
        <p:spPr>
          <a:xfrm>
            <a:off x="3961551" y="5908431"/>
            <a:ext cx="1361150" cy="339969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주문취소요청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A13C990-DF18-871C-01EE-FBD434BF620C}"/>
              </a:ext>
            </a:extLst>
          </p:cNvPr>
          <p:cNvGraphicFramePr>
            <a:graphicFrameLocks noGrp="1"/>
          </p:cNvGraphicFramePr>
          <p:nvPr/>
        </p:nvGraphicFramePr>
        <p:xfrm>
          <a:off x="493732" y="2326017"/>
          <a:ext cx="7724511" cy="3212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3993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3917270990"/>
                    </a:ext>
                  </a:extLst>
                </a:gridCol>
                <a:gridCol w="1712590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1292218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626277">
                  <a:extLst>
                    <a:ext uri="{9D8B030D-6E8A-4147-A177-3AD203B41FA5}">
                      <a16:colId xmlns:a16="http://schemas.microsoft.com/office/drawing/2014/main" val="2713901741"/>
                    </a:ext>
                  </a:extLst>
                </a:gridCol>
                <a:gridCol w="708790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852266">
                  <a:extLst>
                    <a:ext uri="{9D8B030D-6E8A-4147-A177-3AD203B41FA5}">
                      <a16:colId xmlns:a16="http://schemas.microsoft.com/office/drawing/2014/main" val="3868225880"/>
                    </a:ext>
                  </a:extLst>
                </a:gridCol>
                <a:gridCol w="902027">
                  <a:extLst>
                    <a:ext uri="{9D8B030D-6E8A-4147-A177-3AD203B41FA5}">
                      <a16:colId xmlns:a16="http://schemas.microsoft.com/office/drawing/2014/main" val="1140008941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배송조회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12618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White 1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주문접수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12618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latte tumbler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Ivory color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41,400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주문접수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071695"/>
                  </a:ext>
                </a:extLst>
              </a:tr>
              <a:tr h="360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최종 결제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altLang="ko-KR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949,000</a:t>
                      </a:r>
                      <a:r>
                        <a:rPr lang="ko-KR" altLang="en-US" sz="1000" b="1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90481"/>
                  </a:ext>
                </a:extLst>
              </a:tr>
            </a:tbl>
          </a:graphicData>
        </a:graphic>
      </p:graphicFrame>
      <p:sp>
        <p:nvSpPr>
          <p:cNvPr id="56" name="AutoShape 256">
            <a:extLst>
              <a:ext uri="{FF2B5EF4-FFF2-40B4-BE49-F238E27FC236}">
                <a16:creationId xmlns:a16="http://schemas.microsoft.com/office/drawing/2014/main" id="{642304A2-10C2-42CC-F8FB-87D5D6255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138" y="575598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8311FF-AA41-A232-C9CB-138BEA0CE21E}"/>
              </a:ext>
            </a:extLst>
          </p:cNvPr>
          <p:cNvSpPr txBox="1"/>
          <p:nvPr/>
        </p:nvSpPr>
        <p:spPr>
          <a:xfrm>
            <a:off x="3452880" y="1687933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상세주문내역조회</a:t>
            </a:r>
            <a:endParaRPr lang="it-IT" altLang="ko-KR" sz="14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580ABD7-D24E-E889-DC81-9A28679E4B6C}"/>
              </a:ext>
            </a:extLst>
          </p:cNvPr>
          <p:cNvSpPr/>
          <p:nvPr/>
        </p:nvSpPr>
        <p:spPr>
          <a:xfrm>
            <a:off x="7541497" y="3199233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F581E07-C27D-9837-1E93-8F45CF52A157}"/>
              </a:ext>
            </a:extLst>
          </p:cNvPr>
          <p:cNvSpPr/>
          <p:nvPr/>
        </p:nvSpPr>
        <p:spPr>
          <a:xfrm>
            <a:off x="7541497" y="443586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확인</a:t>
            </a:r>
          </a:p>
        </p:txBody>
      </p:sp>
      <p:pic>
        <p:nvPicPr>
          <p:cNvPr id="60" name="Picture 4">
            <a:extLst>
              <a:ext uri="{FF2B5EF4-FFF2-40B4-BE49-F238E27FC236}">
                <a16:creationId xmlns:a16="http://schemas.microsoft.com/office/drawing/2014/main" id="{F021F9CB-9057-C112-73B9-55A6D3DA2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69" y="2861070"/>
            <a:ext cx="902429" cy="9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B67A4782-152F-38C7-FB86-6C93246B6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69" y="4083267"/>
            <a:ext cx="902429" cy="9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1C194A05-5716-ED03-7233-1E7AFD215175}"/>
              </a:ext>
            </a:extLst>
          </p:cNvPr>
          <p:cNvSpPr/>
          <p:nvPr/>
        </p:nvSpPr>
        <p:spPr>
          <a:xfrm>
            <a:off x="604583" y="3184507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1F0DBB7-7F7C-E75A-533F-5936332106EC}"/>
              </a:ext>
            </a:extLst>
          </p:cNvPr>
          <p:cNvSpPr/>
          <p:nvPr/>
        </p:nvSpPr>
        <p:spPr>
          <a:xfrm>
            <a:off x="604583" y="4403707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217A4BC-E2A6-AB67-C6DA-2CB4BB1CB16F}"/>
              </a:ext>
            </a:extLst>
          </p:cNvPr>
          <p:cNvSpPr/>
          <p:nvPr/>
        </p:nvSpPr>
        <p:spPr>
          <a:xfrm>
            <a:off x="603463" y="2399700"/>
            <a:ext cx="179158" cy="18023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5" name="AutoShape 256">
            <a:extLst>
              <a:ext uri="{FF2B5EF4-FFF2-40B4-BE49-F238E27FC236}">
                <a16:creationId xmlns:a16="http://schemas.microsoft.com/office/drawing/2014/main" id="{FD9BA569-68C5-83C9-3081-46674FD9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3442" y="575598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7" name="AutoShape 256">
            <a:extLst>
              <a:ext uri="{FF2B5EF4-FFF2-40B4-BE49-F238E27FC236}">
                <a16:creationId xmlns:a16="http://schemas.microsoft.com/office/drawing/2014/main" id="{7BB0567B-3021-5059-CBA7-39D4DEC2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23" y="303016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49F32E3-5410-1174-D8EA-53D62E00D2D3}"/>
              </a:ext>
            </a:extLst>
          </p:cNvPr>
          <p:cNvSpPr/>
          <p:nvPr/>
        </p:nvSpPr>
        <p:spPr>
          <a:xfrm>
            <a:off x="5502571" y="5908431"/>
            <a:ext cx="1361150" cy="339969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환불 요청</a:t>
            </a:r>
          </a:p>
        </p:txBody>
      </p:sp>
      <p:sp>
        <p:nvSpPr>
          <p:cNvPr id="69" name="AutoShape 256">
            <a:extLst>
              <a:ext uri="{FF2B5EF4-FFF2-40B4-BE49-F238E27FC236}">
                <a16:creationId xmlns:a16="http://schemas.microsoft.com/office/drawing/2014/main" id="{62982571-8777-E0A1-77D1-C614DCBE3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158" y="575598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85E4DE5-23DA-378A-25A5-84117E98C2D0}"/>
              </a:ext>
            </a:extLst>
          </p:cNvPr>
          <p:cNvSpPr/>
          <p:nvPr/>
        </p:nvSpPr>
        <p:spPr>
          <a:xfrm>
            <a:off x="295399" y="1515857"/>
            <a:ext cx="8309406" cy="4913016"/>
          </a:xfrm>
          <a:prstGeom prst="rect">
            <a:avLst/>
          </a:prstGeom>
          <a:solidFill>
            <a:schemeClr val="bg1"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1FFB92B-B13E-13BD-2F0F-57D6E759B37C}"/>
              </a:ext>
            </a:extLst>
          </p:cNvPr>
          <p:cNvGrpSpPr/>
          <p:nvPr/>
        </p:nvGrpSpPr>
        <p:grpSpPr>
          <a:xfrm>
            <a:off x="780813" y="1711548"/>
            <a:ext cx="3349522" cy="1074834"/>
            <a:chOff x="3013351" y="1047757"/>
            <a:chExt cx="3349522" cy="1074834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62B82D79-827E-9A41-AFB5-8135C6D2CF82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62ACAB5-9429-EA67-CC6D-FE2A20D09B2A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97643FC-7DC1-5BBF-15DB-CF3EFDA1C6D1}"/>
                </a:ext>
              </a:extLst>
            </p:cNvPr>
            <p:cNvSpPr/>
            <p:nvPr/>
          </p:nvSpPr>
          <p:spPr>
            <a:xfrm>
              <a:off x="4729533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FCCD731-E8CD-D526-6B5A-43F61B0E6BB3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선택한 상품의 주문을 </a:t>
              </a:r>
              <a:r>
                <a:rPr lang="ko-KR" altLang="en-US" sz="900" dirty="0" err="1"/>
                <a:t>취소하시겠습니까</a:t>
              </a:r>
              <a:r>
                <a:rPr lang="en-US" altLang="ko-KR" sz="900" dirty="0"/>
                <a:t>?</a:t>
              </a:r>
              <a:endParaRPr lang="ko-KR" altLang="en-US" sz="900" dirty="0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AFA0329-5029-57DE-102C-3384D22C02B5}"/>
                </a:ext>
              </a:extLst>
            </p:cNvPr>
            <p:cNvSpPr/>
            <p:nvPr/>
          </p:nvSpPr>
          <p:spPr>
            <a:xfrm>
              <a:off x="3809951" y="1834519"/>
              <a:ext cx="733633" cy="211504"/>
            </a:xfrm>
            <a:prstGeom prst="rect">
              <a:avLst/>
            </a:prstGeom>
            <a:solidFill>
              <a:schemeClr val="tx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</a:t>
              </a:r>
            </a:p>
          </p:txBody>
        </p:sp>
      </p:grpSp>
      <p:sp>
        <p:nvSpPr>
          <p:cNvPr id="72" name="AutoShape 256">
            <a:extLst>
              <a:ext uri="{FF2B5EF4-FFF2-40B4-BE49-F238E27FC236}">
                <a16:creationId xmlns:a16="http://schemas.microsoft.com/office/drawing/2014/main" id="{DBC0B979-A711-67EF-E5A2-5D45A321F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21" y="158761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FE6718BE-8B7D-1E6F-7D1A-2ED7F5F09C58}"/>
              </a:ext>
            </a:extLst>
          </p:cNvPr>
          <p:cNvGrpSpPr/>
          <p:nvPr/>
        </p:nvGrpSpPr>
        <p:grpSpPr>
          <a:xfrm>
            <a:off x="741607" y="3363079"/>
            <a:ext cx="3349522" cy="1074834"/>
            <a:chOff x="3013351" y="1047757"/>
            <a:chExt cx="3349522" cy="1074834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F5B3724-3F05-49EC-FF67-42DFA288413C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40D0E1F-6384-A66C-5F59-9C2F8C6EB7A7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FED7427-ABC6-B2D2-D242-DF4B3128A6CE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선택한 상품의 주문이 취소되었습니다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642CFEB-A39C-676A-0753-1BE8888AB7DC}"/>
                </a:ext>
              </a:extLst>
            </p:cNvPr>
            <p:cNvSpPr/>
            <p:nvPr/>
          </p:nvSpPr>
          <p:spPr>
            <a:xfrm>
              <a:off x="4321296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확인</a:t>
              </a: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6522746A-D871-B0FD-31A7-54D75C878FDC}"/>
              </a:ext>
            </a:extLst>
          </p:cNvPr>
          <p:cNvGrpSpPr/>
          <p:nvPr/>
        </p:nvGrpSpPr>
        <p:grpSpPr>
          <a:xfrm>
            <a:off x="732855" y="4552169"/>
            <a:ext cx="3349522" cy="1074834"/>
            <a:chOff x="3013351" y="1047757"/>
            <a:chExt cx="3349522" cy="1074834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8D3BBDE9-CC7B-60A4-DCB4-2D7B70A7AE33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7C12839-1BB1-0BC5-C3C2-A8CD911958A1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9C6880E-F050-4114-E63B-365AF4085A63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선택한 상품 주문 취소 요청이 접수되었습니다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ED52B80-ABF4-FCF9-D5F9-B6A8F1139193}"/>
                </a:ext>
              </a:extLst>
            </p:cNvPr>
            <p:cNvSpPr/>
            <p:nvPr/>
          </p:nvSpPr>
          <p:spPr>
            <a:xfrm>
              <a:off x="4321296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확인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D6EFCE5-A175-97E0-71EF-9712495573D0}"/>
              </a:ext>
            </a:extLst>
          </p:cNvPr>
          <p:cNvGrpSpPr/>
          <p:nvPr/>
        </p:nvGrpSpPr>
        <p:grpSpPr>
          <a:xfrm>
            <a:off x="4507771" y="3363079"/>
            <a:ext cx="3349522" cy="1074834"/>
            <a:chOff x="3013351" y="1047757"/>
            <a:chExt cx="3349522" cy="1074834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9DA2AD0-2378-D50D-D492-B41AF1D735C7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36E1E59-CFAB-6064-6B48-AE24A53498BC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3EAA052-CB3A-018D-FAE6-BA88988D7E92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선택한 상품 환불 요청이 접수되었습니다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C108D10-E19E-FFE4-3D39-1F5E5CE2E322}"/>
                </a:ext>
              </a:extLst>
            </p:cNvPr>
            <p:cNvSpPr/>
            <p:nvPr/>
          </p:nvSpPr>
          <p:spPr>
            <a:xfrm>
              <a:off x="4321296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확인</a:t>
              </a: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DBA2CB78-225D-B3C1-4C38-87B9921D3430}"/>
              </a:ext>
            </a:extLst>
          </p:cNvPr>
          <p:cNvGrpSpPr/>
          <p:nvPr/>
        </p:nvGrpSpPr>
        <p:grpSpPr>
          <a:xfrm>
            <a:off x="4491523" y="1711548"/>
            <a:ext cx="3349522" cy="1074834"/>
            <a:chOff x="3013351" y="1047757"/>
            <a:chExt cx="3349522" cy="1074834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A455602F-D430-0FFB-0322-6B162E118BDC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323B6D9-A714-5022-2996-66B6396226C9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5F6AE860-6F32-D8F8-54F9-0D6CA689CAB3}"/>
                </a:ext>
              </a:extLst>
            </p:cNvPr>
            <p:cNvSpPr/>
            <p:nvPr/>
          </p:nvSpPr>
          <p:spPr>
            <a:xfrm>
              <a:off x="4729533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F11DBEA-8E11-C8B5-C708-0F555668EC93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선택한 상품 환불을 </a:t>
              </a:r>
              <a:r>
                <a:rPr lang="ko-KR" altLang="en-US" sz="900" dirty="0" err="1"/>
                <a:t>요청하시겠습니까</a:t>
              </a:r>
              <a:r>
                <a:rPr lang="en-US" altLang="ko-KR" sz="900" dirty="0"/>
                <a:t>?</a:t>
              </a:r>
              <a:endParaRPr lang="ko-KR" altLang="en-US" sz="900" dirty="0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47B50C1E-F87B-9198-480F-1C4090823F40}"/>
                </a:ext>
              </a:extLst>
            </p:cNvPr>
            <p:cNvSpPr/>
            <p:nvPr/>
          </p:nvSpPr>
          <p:spPr>
            <a:xfrm>
              <a:off x="3809951" y="1834519"/>
              <a:ext cx="733633" cy="211504"/>
            </a:xfrm>
            <a:prstGeom prst="rect">
              <a:avLst/>
            </a:prstGeom>
            <a:solidFill>
              <a:schemeClr val="tx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</a:t>
              </a:r>
            </a:p>
          </p:txBody>
        </p:sp>
      </p:grpSp>
      <p:sp>
        <p:nvSpPr>
          <p:cNvPr id="82" name="AutoShape 256">
            <a:extLst>
              <a:ext uri="{FF2B5EF4-FFF2-40B4-BE49-F238E27FC236}">
                <a16:creationId xmlns:a16="http://schemas.microsoft.com/office/drawing/2014/main" id="{8470AC4F-E16E-0CF2-896A-4C70BE46B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484" y="164855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14" name="AutoShape 256">
            <a:extLst>
              <a:ext uri="{FF2B5EF4-FFF2-40B4-BE49-F238E27FC236}">
                <a16:creationId xmlns:a16="http://schemas.microsoft.com/office/drawing/2014/main" id="{7459E5EC-5986-EFF8-741E-DB96F4B5D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21" y="330018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15" name="AutoShape 256">
            <a:extLst>
              <a:ext uri="{FF2B5EF4-FFF2-40B4-BE49-F238E27FC236}">
                <a16:creationId xmlns:a16="http://schemas.microsoft.com/office/drawing/2014/main" id="{A80A7EA1-621D-A276-6D02-20C9E084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21" y="45068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16" name="AutoShape 256">
            <a:extLst>
              <a:ext uri="{FF2B5EF4-FFF2-40B4-BE49-F238E27FC236}">
                <a16:creationId xmlns:a16="http://schemas.microsoft.com/office/drawing/2014/main" id="{609995D4-4B9D-B433-9A36-4F5BF811F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674" y="330018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428E4348-7F5F-2513-7576-21700A75CE72}"/>
              </a:ext>
            </a:extLst>
          </p:cNvPr>
          <p:cNvSpPr/>
          <p:nvPr/>
        </p:nvSpPr>
        <p:spPr>
          <a:xfrm>
            <a:off x="2173292" y="2921043"/>
            <a:ext cx="430515" cy="29565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화살표: 아래쪽 117">
            <a:extLst>
              <a:ext uri="{FF2B5EF4-FFF2-40B4-BE49-F238E27FC236}">
                <a16:creationId xmlns:a16="http://schemas.microsoft.com/office/drawing/2014/main" id="{2371F90B-3EAD-6998-44E8-D4F0CB9592FA}"/>
              </a:ext>
            </a:extLst>
          </p:cNvPr>
          <p:cNvSpPr/>
          <p:nvPr/>
        </p:nvSpPr>
        <p:spPr>
          <a:xfrm>
            <a:off x="5883432" y="2921043"/>
            <a:ext cx="430515" cy="29565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011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BED09EB6-6736-CFC6-7EE3-3D5635E9BD35}"/>
              </a:ext>
            </a:extLst>
          </p:cNvPr>
          <p:cNvGrpSpPr/>
          <p:nvPr/>
        </p:nvGrpSpPr>
        <p:grpSpPr>
          <a:xfrm>
            <a:off x="246101" y="731520"/>
            <a:ext cx="2098766" cy="5956663"/>
            <a:chOff x="243840" y="731520"/>
            <a:chExt cx="2098766" cy="5956663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4729672-AEDF-D233-0F19-B8E8B9C9DC0E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1D43C4F-A2F8-007D-DC2F-0F1A30FE3239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1785F6B-35DA-FCF2-D190-60B8A721FAFA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010682-3EEC-6142-99B2-A02E2BDDBF27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309CB12-2962-F808-9161-B89945F1ACB1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1701723-230D-B584-DE94-021F3217EF7E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61" name="Picture 2" descr="로그인 - 무료 사람들개 아이콘">
              <a:extLst>
                <a:ext uri="{FF2B5EF4-FFF2-40B4-BE49-F238E27FC236}">
                  <a16:creationId xmlns:a16="http://schemas.microsoft.com/office/drawing/2014/main" id="{C27FE88F-0380-8DBC-BAE1-83DBBBCF3F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958FE262-BD18-2F14-5BA1-061B65715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82910EFC-D73E-BFB8-FC80-4A7C5C839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CE5D0F3A-8C06-C809-CF0C-FF2A600AF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99C3F529-8A91-6092-1E95-67F004248302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4FF57958-0160-185B-C464-95E7C6446CCA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69B83537-F238-FC42-681E-BA72A952336E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B695023-DFAD-D80C-72A7-7A6A6558953F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B951B81-CA70-9FBF-0721-C16DEB73C7E8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CF229D-A69B-16B8-2C02-ADDDA450C7C2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317024D-9EEA-F47E-2482-2D90AB7EEFCF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5A3975D-486F-59D7-401C-D615A09A2AD0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F8CF305-8999-BF14-1A45-86AE4B49445F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52AD204-C50C-1B99-070C-1A0FFF8CD35C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F4E3D3-7F90-FAA9-6BCB-A5766BB6E640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2233EF9-61E5-B868-1E3D-9FC40E3222AF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B6A64D9-ABDB-12C7-44A2-A59FFDE74DD2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6-1-1.2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주문내역조회 </a:t>
            </a:r>
            <a:r>
              <a:rPr lang="en-US" altLang="ko-KR" dirty="0"/>
              <a:t>– </a:t>
            </a:r>
            <a:r>
              <a:rPr lang="ko-KR" altLang="en-US" dirty="0"/>
              <a:t> 주문내역 상세조회 </a:t>
            </a:r>
            <a:r>
              <a:rPr lang="en-US" altLang="ko-KR" dirty="0"/>
              <a:t>- </a:t>
            </a:r>
            <a:r>
              <a:rPr lang="ko-KR" altLang="en-US" dirty="0"/>
              <a:t>배송조회 팝업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179721"/>
              </p:ext>
            </p:extLst>
          </p:nvPr>
        </p:nvGraphicFramePr>
        <p:xfrm>
          <a:off x="8829675" y="752262"/>
          <a:ext cx="3095625" cy="3923474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331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배송조회 팝업 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주문내역조회에 대한 택배 정보를 제공하는 팝업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 수동 등록 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배송정보 입력 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배송중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~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배송완료 단계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타입 팝업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배송정보 입력 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주문접수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~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배송준비중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단계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타입 팝업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19025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A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type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팝업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택배사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송장번호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클릭 시 링크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정보 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261779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B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type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팝업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아직 택배 정보가 등록되지 않았습니다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.’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55759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확인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클릭 시 주문내역조회 리스트 페이지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송장번호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송장번호 클릭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택배사의 배송 추적 페이지가 새창으로 열림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택배사에서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URL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방식으로 추적을 제공하는 경우만 가능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434813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330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AFA21-B9E3-AD12-5352-8864EC2B6209}"/>
              </a:ext>
            </a:extLst>
          </p:cNvPr>
          <p:cNvSpPr/>
          <p:nvPr/>
        </p:nvSpPr>
        <p:spPr>
          <a:xfrm>
            <a:off x="300516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dk1"/>
                </a:solidFill>
              </a:rPr>
              <a:t>장바구니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256EF8-65A5-2B25-1578-DA40B5B6D586}"/>
              </a:ext>
            </a:extLst>
          </p:cNvPr>
          <p:cNvSpPr/>
          <p:nvPr/>
        </p:nvSpPr>
        <p:spPr>
          <a:xfrm>
            <a:off x="4246139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lt1"/>
                </a:solidFill>
              </a:rPr>
              <a:t>주문내역조회</a:t>
            </a:r>
            <a:endParaRPr lang="en-US" altLang="ko-KR" sz="1000" dirty="0">
              <a:solidFill>
                <a:schemeClr val="l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59EBF-88F7-A339-475A-FDAD7727B77E}"/>
              </a:ext>
            </a:extLst>
          </p:cNvPr>
          <p:cNvSpPr/>
          <p:nvPr/>
        </p:nvSpPr>
        <p:spPr>
          <a:xfrm>
            <a:off x="542059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1:1</a:t>
            </a:r>
            <a:r>
              <a:rPr lang="ko-KR" altLang="en-US" sz="1000" dirty="0"/>
              <a:t>문의 내역</a:t>
            </a:r>
            <a:endParaRPr lang="en-US" altLang="ko-KR" sz="1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4A668E-1B8E-E3F8-65F8-1221E4578BA2}"/>
              </a:ext>
            </a:extLst>
          </p:cNvPr>
          <p:cNvSpPr/>
          <p:nvPr/>
        </p:nvSpPr>
        <p:spPr>
          <a:xfrm>
            <a:off x="6620224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개인정보 수정</a:t>
            </a:r>
            <a:endParaRPr lang="en-US" altLang="ko-KR" sz="1600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E91FEC9-90A8-F099-6C11-D6471E5A6CC5}"/>
              </a:ext>
            </a:extLst>
          </p:cNvPr>
          <p:cNvGraphicFramePr>
            <a:graphicFrameLocks noGrp="1"/>
          </p:cNvGraphicFramePr>
          <p:nvPr/>
        </p:nvGraphicFramePr>
        <p:xfrm>
          <a:off x="2438264" y="2478868"/>
          <a:ext cx="6273935" cy="358665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9286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3713389042"/>
                    </a:ext>
                  </a:extLst>
                </a:gridCol>
                <a:gridCol w="723899">
                  <a:extLst>
                    <a:ext uri="{9D8B030D-6E8A-4147-A177-3AD203B41FA5}">
                      <a16:colId xmlns:a16="http://schemas.microsoft.com/office/drawing/2014/main" val="2307260643"/>
                    </a:ext>
                  </a:extLst>
                </a:gridCol>
              </a:tblGrid>
              <a:tr h="3174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주문일자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결제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주문상태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배송조회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2023.09.01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43,000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주문접수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2023.08.01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결제완료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55244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2023.07.01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/>
                        <a:t>배송준비중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97710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2023.06.01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/>
                        <a:t>배송중</a:t>
                      </a:r>
                      <a:endParaRPr lang="en-US" altLang="ko-KR" sz="10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대한통운 </a:t>
                      </a:r>
                      <a:r>
                        <a:rPr lang="en-US" altLang="ko-KR" sz="800" u="sng" dirty="0">
                          <a:solidFill>
                            <a:srgbClr val="0070C0"/>
                          </a:solidFill>
                        </a:rPr>
                        <a:t>123412341234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82592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2023.05.01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배송완료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928713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2023.04.01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주문취소요청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213945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2023.03.01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무통장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주문취소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192046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2023.02.01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 T-shirts</a:t>
                      </a:r>
                      <a:endParaRPr kumimoji="0" lang="en-US" altLang="ko-KR" sz="10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신용카드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환불요청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257888"/>
                  </a:ext>
                </a:extLst>
              </a:tr>
              <a:tr h="347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2023.01.01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piknic</a:t>
                      </a:r>
                      <a:r>
                        <a:rPr kumimoji="0" lang="en-US" altLang="ko-KR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43,000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 dirty="0"/>
                        <a:t>실시간 계좌이체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환불완료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2576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2BB6609-6A56-1601-BBFC-BE3CD6D198A1}"/>
              </a:ext>
            </a:extLst>
          </p:cNvPr>
          <p:cNvSpPr txBox="1"/>
          <p:nvPr/>
        </p:nvSpPr>
        <p:spPr>
          <a:xfrm>
            <a:off x="4206142" y="614602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&lt; 1 </a:t>
            </a:r>
            <a:r>
              <a:rPr lang="en-US" altLang="ko-KR" sz="1000" b="1" u="sng" dirty="0"/>
              <a:t>2</a:t>
            </a:r>
            <a:r>
              <a:rPr lang="en-US" altLang="ko-KR" sz="1000" dirty="0"/>
              <a:t> 3 4 5 &gt;</a:t>
            </a:r>
            <a:endParaRPr lang="ko-KR" altLang="en-US" sz="1000" dirty="0"/>
          </a:p>
        </p:txBody>
      </p:sp>
      <p:sp>
        <p:nvSpPr>
          <p:cNvPr id="18" name="AutoShape 256">
            <a:extLst>
              <a:ext uri="{FF2B5EF4-FFF2-40B4-BE49-F238E27FC236}">
                <a16:creationId xmlns:a16="http://schemas.microsoft.com/office/drawing/2014/main" id="{FF4E1B92-8A11-7DD2-40E5-1442B2B3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449" y="28813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0" name="AutoShape 256">
            <a:extLst>
              <a:ext uri="{FF2B5EF4-FFF2-40B4-BE49-F238E27FC236}">
                <a16:creationId xmlns:a16="http://schemas.microsoft.com/office/drawing/2014/main" id="{85A89082-4BA7-A451-4DD0-41CF2047D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038" y="32466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1" name="AutoShape 256">
            <a:extLst>
              <a:ext uri="{FF2B5EF4-FFF2-40B4-BE49-F238E27FC236}">
                <a16:creationId xmlns:a16="http://schemas.microsoft.com/office/drawing/2014/main" id="{6BBDF431-05EB-6F4E-17E4-2610A5A6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88" y="361190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2" name="AutoShape 256">
            <a:extLst>
              <a:ext uri="{FF2B5EF4-FFF2-40B4-BE49-F238E27FC236}">
                <a16:creationId xmlns:a16="http://schemas.microsoft.com/office/drawing/2014/main" id="{8EDB9547-20DE-CB42-E7B3-58FD28B82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39771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23" name="AutoShape 256">
            <a:extLst>
              <a:ext uri="{FF2B5EF4-FFF2-40B4-BE49-F238E27FC236}">
                <a16:creationId xmlns:a16="http://schemas.microsoft.com/office/drawing/2014/main" id="{198C5BEE-B321-559F-3CF8-73EE1E119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43424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24" name="AutoShape 256">
            <a:extLst>
              <a:ext uri="{FF2B5EF4-FFF2-40B4-BE49-F238E27FC236}">
                <a16:creationId xmlns:a16="http://schemas.microsoft.com/office/drawing/2014/main" id="{50F928B0-4D1B-1671-0EF4-8F906199D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47077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7</a:t>
            </a:r>
          </a:p>
        </p:txBody>
      </p:sp>
      <p:sp>
        <p:nvSpPr>
          <p:cNvPr id="25" name="AutoShape 256">
            <a:extLst>
              <a:ext uri="{FF2B5EF4-FFF2-40B4-BE49-F238E27FC236}">
                <a16:creationId xmlns:a16="http://schemas.microsoft.com/office/drawing/2014/main" id="{0F13F9D4-CA9B-D56F-6ED1-3EA2F843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07300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8</a:t>
            </a:r>
          </a:p>
        </p:txBody>
      </p:sp>
      <p:sp>
        <p:nvSpPr>
          <p:cNvPr id="26" name="AutoShape 256">
            <a:extLst>
              <a:ext uri="{FF2B5EF4-FFF2-40B4-BE49-F238E27FC236}">
                <a16:creationId xmlns:a16="http://schemas.microsoft.com/office/drawing/2014/main" id="{0C3416B0-DA96-ECC6-2B1F-679D3F314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43827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9</a:t>
            </a:r>
          </a:p>
        </p:txBody>
      </p:sp>
      <p:sp>
        <p:nvSpPr>
          <p:cNvPr id="33" name="AutoShape 256">
            <a:extLst>
              <a:ext uri="{FF2B5EF4-FFF2-40B4-BE49-F238E27FC236}">
                <a16:creationId xmlns:a16="http://schemas.microsoft.com/office/drawing/2014/main" id="{46EF0E6A-389B-F615-84A6-140969DE2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38" y="580355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10</a:t>
            </a:r>
          </a:p>
        </p:txBody>
      </p:sp>
      <p:sp>
        <p:nvSpPr>
          <p:cNvPr id="41" name="AutoShape 256">
            <a:extLst>
              <a:ext uri="{FF2B5EF4-FFF2-40B4-BE49-F238E27FC236}">
                <a16:creationId xmlns:a16="http://schemas.microsoft.com/office/drawing/2014/main" id="{F86538D8-8FA2-8AF3-EF60-CE76CFA8E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87" y="288135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D1928E6-F858-88FC-6D34-9C035EAB4F8B}"/>
              </a:ext>
            </a:extLst>
          </p:cNvPr>
          <p:cNvSpPr/>
          <p:nvPr/>
        </p:nvSpPr>
        <p:spPr>
          <a:xfrm>
            <a:off x="8186057" y="2881353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7292F4A-F2B5-BA39-84B9-73FC4651C842}"/>
              </a:ext>
            </a:extLst>
          </p:cNvPr>
          <p:cNvSpPr/>
          <p:nvPr/>
        </p:nvSpPr>
        <p:spPr>
          <a:xfrm>
            <a:off x="8186057" y="3214104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5CAE06-83AA-A1B8-EE0F-7C8CD4D7DCEA}"/>
              </a:ext>
            </a:extLst>
          </p:cNvPr>
          <p:cNvSpPr/>
          <p:nvPr/>
        </p:nvSpPr>
        <p:spPr>
          <a:xfrm>
            <a:off x="8186057" y="357352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7612149-41C9-959C-137F-E300D78FBB1B}"/>
              </a:ext>
            </a:extLst>
          </p:cNvPr>
          <p:cNvSpPr/>
          <p:nvPr/>
        </p:nvSpPr>
        <p:spPr>
          <a:xfrm>
            <a:off x="8186057" y="3968805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DAD1051-1253-9119-3306-53817AECD6E3}"/>
              </a:ext>
            </a:extLst>
          </p:cNvPr>
          <p:cNvSpPr/>
          <p:nvPr/>
        </p:nvSpPr>
        <p:spPr>
          <a:xfrm>
            <a:off x="8186057" y="4409501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2506302-D373-2EF7-7D70-D0F960A59082}"/>
              </a:ext>
            </a:extLst>
          </p:cNvPr>
          <p:cNvSpPr/>
          <p:nvPr/>
        </p:nvSpPr>
        <p:spPr>
          <a:xfrm>
            <a:off x="8186057" y="4749135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D15AC35-A168-A355-F298-1B47CF77E1F5}"/>
              </a:ext>
            </a:extLst>
          </p:cNvPr>
          <p:cNvSpPr/>
          <p:nvPr/>
        </p:nvSpPr>
        <p:spPr>
          <a:xfrm>
            <a:off x="8186057" y="5106186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2BEA670-BFA6-1692-9629-AFF7F0797722}"/>
              </a:ext>
            </a:extLst>
          </p:cNvPr>
          <p:cNvSpPr/>
          <p:nvPr/>
        </p:nvSpPr>
        <p:spPr>
          <a:xfrm>
            <a:off x="8186057" y="5437112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F17D74F-96A1-4B40-3A85-87A0C9EB24FF}"/>
              </a:ext>
            </a:extLst>
          </p:cNvPr>
          <p:cNvSpPr/>
          <p:nvPr/>
        </p:nvSpPr>
        <p:spPr>
          <a:xfrm>
            <a:off x="8186057" y="5800408"/>
            <a:ext cx="348343" cy="19277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9" name="AutoShape 256">
            <a:extLst>
              <a:ext uri="{FF2B5EF4-FFF2-40B4-BE49-F238E27FC236}">
                <a16:creationId xmlns:a16="http://schemas.microsoft.com/office/drawing/2014/main" id="{206CCE82-0260-2804-2A19-CAE007780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044" y="278794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6F89AC-CD7F-AB62-9BDB-BB0AA8467678}"/>
              </a:ext>
            </a:extLst>
          </p:cNvPr>
          <p:cNvSpPr/>
          <p:nvPr/>
        </p:nvSpPr>
        <p:spPr>
          <a:xfrm>
            <a:off x="243840" y="733474"/>
            <a:ext cx="8509635" cy="5954709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55CCF120-2B4A-BD52-F00A-B71E83FFCCCC}"/>
              </a:ext>
            </a:extLst>
          </p:cNvPr>
          <p:cNvGrpSpPr/>
          <p:nvPr/>
        </p:nvGrpSpPr>
        <p:grpSpPr>
          <a:xfrm>
            <a:off x="3188168" y="1328016"/>
            <a:ext cx="4453090" cy="2191650"/>
            <a:chOff x="3005168" y="2495652"/>
            <a:chExt cx="4453090" cy="257637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A39BBF-157D-5DB4-7BA6-F2F65904BD1E}"/>
                </a:ext>
              </a:extLst>
            </p:cNvPr>
            <p:cNvSpPr/>
            <p:nvPr/>
          </p:nvSpPr>
          <p:spPr>
            <a:xfrm>
              <a:off x="3005168" y="2495652"/>
              <a:ext cx="4357432" cy="257637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0DE5B81-A1B2-153F-8906-2043F7E53733}"/>
                </a:ext>
              </a:extLst>
            </p:cNvPr>
            <p:cNvSpPr/>
            <p:nvPr/>
          </p:nvSpPr>
          <p:spPr>
            <a:xfrm>
              <a:off x="4468530" y="4537743"/>
              <a:ext cx="1361150" cy="339969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확인</a:t>
              </a:r>
              <a:endParaRPr lang="ko-KR" altLang="en-US" sz="1400" dirty="0"/>
            </a:p>
          </p:txBody>
        </p:sp>
        <p:sp>
          <p:nvSpPr>
            <p:cNvPr id="65" name="AutoShape 256">
              <a:extLst>
                <a:ext uri="{FF2B5EF4-FFF2-40B4-BE49-F238E27FC236}">
                  <a16:creationId xmlns:a16="http://schemas.microsoft.com/office/drawing/2014/main" id="{FD9BA569-68C5-83C9-3081-46674FD9B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719" y="4432344"/>
              <a:ext cx="173965" cy="186818"/>
            </a:xfrm>
            <a:prstGeom prst="roundRect">
              <a:avLst>
                <a:gd name="adj" fmla="val 0"/>
              </a:avLst>
            </a:prstGeom>
            <a:solidFill>
              <a:srgbClr val="FF0000">
                <a:alpha val="70000"/>
              </a:srgbClr>
            </a:solidFill>
            <a:ln>
              <a:noFill/>
            </a:ln>
          </p:spPr>
          <p:txBody>
            <a:bodyPr wrap="none" lIns="0" tIns="0" rIns="0" bIns="0" anchor="ctr"/>
            <a:lstStyle>
              <a:lvl1pPr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9pPr>
            </a:lstStyle>
            <a:p>
              <a:pPr algn="ctr" eaLnBrk="1" hangingPunct="1"/>
              <a:r>
                <a:rPr lang="en-US" altLang="ko-KR" sz="1000" dirty="0">
                  <a:solidFill>
                    <a:srgbClr val="FFFFFF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473ED3A-3277-DD7B-5F43-7AB33307A7C6}"/>
                </a:ext>
              </a:extLst>
            </p:cNvPr>
            <p:cNvSpPr txBox="1"/>
            <p:nvPr/>
          </p:nvSpPr>
          <p:spPr>
            <a:xfrm>
              <a:off x="4061967" y="2867352"/>
              <a:ext cx="2174276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ko-KR" altLang="en-US" sz="16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택배 정보 조회</a:t>
              </a:r>
              <a:endPara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C6347B8-CF9C-67F5-701D-91F8B13ABE15}"/>
                </a:ext>
              </a:extLst>
            </p:cNvPr>
            <p:cNvSpPr txBox="1"/>
            <p:nvPr/>
          </p:nvSpPr>
          <p:spPr>
            <a:xfrm>
              <a:off x="3882635" y="3576984"/>
              <a:ext cx="898121" cy="2462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r" latinLnBrk="1"/>
              <a:r>
                <a:rPr lang="ko-KR" altLang="en-US" sz="100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택배사</a:t>
              </a:r>
              <a:endParaRPr lang="en-US" altLang="ko-KR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4D4167C-CF6C-2CF1-1AC2-EA23B9EA758A}"/>
                </a:ext>
              </a:extLst>
            </p:cNvPr>
            <p:cNvSpPr txBox="1"/>
            <p:nvPr/>
          </p:nvSpPr>
          <p:spPr>
            <a:xfrm>
              <a:off x="3882635" y="3900663"/>
              <a:ext cx="898121" cy="24622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r" latinLnBrk="1"/>
              <a:r>
                <a:rPr lang="ko-KR" altLang="en-US" sz="1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송장번호</a:t>
              </a:r>
              <a:endParaRPr lang="en-US" altLang="ko-KR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687671E-76D2-36F4-DC7F-3793F35A1739}"/>
                </a:ext>
              </a:extLst>
            </p:cNvPr>
            <p:cNvSpPr txBox="1"/>
            <p:nvPr/>
          </p:nvSpPr>
          <p:spPr>
            <a:xfrm>
              <a:off x="4899266" y="3576984"/>
              <a:ext cx="2019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/>
                <a:t>대한통운</a:t>
              </a:r>
              <a:endParaRPr lang="en-US" altLang="ko-KR" sz="1000" b="1" u="sng" dirty="0">
                <a:solidFill>
                  <a:srgbClr val="0070C0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B2A2E2E-6A07-4F75-C0BB-D1CB7A9B70B6}"/>
                </a:ext>
              </a:extLst>
            </p:cNvPr>
            <p:cNvSpPr txBox="1"/>
            <p:nvPr/>
          </p:nvSpPr>
          <p:spPr>
            <a:xfrm>
              <a:off x="4899266" y="3900663"/>
              <a:ext cx="2019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u="sng" dirty="0">
                  <a:solidFill>
                    <a:srgbClr val="0070C0"/>
                  </a:solidFill>
                </a:rPr>
                <a:t>123412341234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9624478-5184-7A7C-CA83-DFA0DB36E6FA}"/>
                </a:ext>
              </a:extLst>
            </p:cNvPr>
            <p:cNvSpPr txBox="1"/>
            <p:nvPr/>
          </p:nvSpPr>
          <p:spPr>
            <a:xfrm>
              <a:off x="6829602" y="2508698"/>
              <a:ext cx="62865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6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85" name="AutoShape 256">
              <a:extLst>
                <a:ext uri="{FF2B5EF4-FFF2-40B4-BE49-F238E27FC236}">
                  <a16:creationId xmlns:a16="http://schemas.microsoft.com/office/drawing/2014/main" id="{8C826A46-742E-C395-8A97-7F0E91B50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230" y="3771399"/>
              <a:ext cx="173965" cy="186818"/>
            </a:xfrm>
            <a:prstGeom prst="roundRect">
              <a:avLst>
                <a:gd name="adj" fmla="val 0"/>
              </a:avLst>
            </a:prstGeom>
            <a:solidFill>
              <a:srgbClr val="FF0000">
                <a:alpha val="70000"/>
              </a:srgbClr>
            </a:solidFill>
            <a:ln>
              <a:noFill/>
            </a:ln>
          </p:spPr>
          <p:txBody>
            <a:bodyPr wrap="none" lIns="0" tIns="0" rIns="0" bIns="0" anchor="ctr"/>
            <a:lstStyle>
              <a:lvl1pPr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9pPr>
            </a:lstStyle>
            <a:p>
              <a:pPr algn="ctr" eaLnBrk="1" hangingPunct="1"/>
              <a:r>
                <a:rPr lang="en-US" altLang="ko-KR" sz="1000" dirty="0">
                  <a:solidFill>
                    <a:srgbClr val="FFFFFF"/>
                  </a:solidFill>
                  <a:latin typeface="+mn-ea"/>
                  <a:ea typeface="+mn-ea"/>
                </a:rPr>
                <a:t>2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19048715-F8DE-7F87-F59F-93C6E9EA8F02}"/>
              </a:ext>
            </a:extLst>
          </p:cNvPr>
          <p:cNvGrpSpPr/>
          <p:nvPr/>
        </p:nvGrpSpPr>
        <p:grpSpPr>
          <a:xfrm>
            <a:off x="3188168" y="4201206"/>
            <a:ext cx="4453090" cy="2191650"/>
            <a:chOff x="3005168" y="2495652"/>
            <a:chExt cx="4453090" cy="2576374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549A46B-6280-BE28-DBBD-F802BCB0614E}"/>
                </a:ext>
              </a:extLst>
            </p:cNvPr>
            <p:cNvSpPr/>
            <p:nvPr/>
          </p:nvSpPr>
          <p:spPr>
            <a:xfrm>
              <a:off x="3005168" y="2495652"/>
              <a:ext cx="4357432" cy="257637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9EE8D83-9332-C50B-D3B6-E9711D8F9E92}"/>
                </a:ext>
              </a:extLst>
            </p:cNvPr>
            <p:cNvSpPr/>
            <p:nvPr/>
          </p:nvSpPr>
          <p:spPr>
            <a:xfrm>
              <a:off x="4468530" y="4537743"/>
              <a:ext cx="1361150" cy="339969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확인</a:t>
              </a:r>
              <a:endParaRPr lang="ko-KR" altLang="en-US" sz="1400" dirty="0"/>
            </a:p>
          </p:txBody>
        </p:sp>
        <p:sp>
          <p:nvSpPr>
            <p:cNvPr id="78" name="AutoShape 256">
              <a:extLst>
                <a:ext uri="{FF2B5EF4-FFF2-40B4-BE49-F238E27FC236}">
                  <a16:creationId xmlns:a16="http://schemas.microsoft.com/office/drawing/2014/main" id="{66CA83DE-D8E3-4CDE-7A38-24B91C515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719" y="4432344"/>
              <a:ext cx="173965" cy="186818"/>
            </a:xfrm>
            <a:prstGeom prst="roundRect">
              <a:avLst>
                <a:gd name="adj" fmla="val 0"/>
              </a:avLst>
            </a:prstGeom>
            <a:solidFill>
              <a:srgbClr val="FF0000">
                <a:alpha val="70000"/>
              </a:srgbClr>
            </a:solidFill>
            <a:ln>
              <a:noFill/>
            </a:ln>
          </p:spPr>
          <p:txBody>
            <a:bodyPr wrap="none" lIns="0" tIns="0" rIns="0" bIns="0" anchor="ctr"/>
            <a:lstStyle>
              <a:lvl1pPr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1pPr>
              <a:lvl2pPr marL="742950" indent="-28575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2pPr>
              <a:lvl3pPr marL="11430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3pPr>
              <a:lvl4pPr marL="16002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4pPr>
              <a:lvl5pPr marL="2057400" indent="-228600"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entury Gothic" pitchFamily="34" charset="0"/>
                  <a:ea typeface="굴림" charset="-127"/>
                </a:defRPr>
              </a:lvl9pPr>
            </a:lstStyle>
            <a:p>
              <a:pPr algn="ctr" eaLnBrk="1" hangingPunct="1"/>
              <a:r>
                <a:rPr lang="en-US" altLang="ko-KR" sz="1000" dirty="0">
                  <a:solidFill>
                    <a:srgbClr val="FFFFFF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FC2298C-5579-314D-9AD0-639C367D0BBD}"/>
                </a:ext>
              </a:extLst>
            </p:cNvPr>
            <p:cNvSpPr txBox="1"/>
            <p:nvPr/>
          </p:nvSpPr>
          <p:spPr>
            <a:xfrm>
              <a:off x="4061967" y="2968401"/>
              <a:ext cx="217427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ko-KR" altLang="en-US" sz="16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택배 정보 조회</a:t>
              </a:r>
              <a:endParaRPr lang="en-US" altLang="ko-KR" sz="1600" b="1" kern="1200" dirty="0">
                <a:solidFill>
                  <a:srgbClr val="40404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361ECD0-2053-257E-4260-31BFF35F945E}"/>
                </a:ext>
              </a:extLst>
            </p:cNvPr>
            <p:cNvSpPr txBox="1"/>
            <p:nvPr/>
          </p:nvSpPr>
          <p:spPr>
            <a:xfrm>
              <a:off x="3974122" y="3700386"/>
              <a:ext cx="2701016" cy="289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dirty="0"/>
                <a:t>아직 택배 정보가 등록되지 않았습니다</a:t>
              </a:r>
              <a:r>
                <a:rPr lang="en-US" altLang="ko-KR" sz="1000" b="1" dirty="0"/>
                <a:t>.</a:t>
              </a:r>
              <a:endParaRPr lang="en-US" altLang="ko-KR" sz="1000" b="1" u="sng" dirty="0">
                <a:solidFill>
                  <a:srgbClr val="0070C0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FA3A1FE-1E64-25C9-6E1F-B84AAAFAFB24}"/>
                </a:ext>
              </a:extLst>
            </p:cNvPr>
            <p:cNvSpPr txBox="1"/>
            <p:nvPr/>
          </p:nvSpPr>
          <p:spPr>
            <a:xfrm>
              <a:off x="6829602" y="2508698"/>
              <a:ext cx="62865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600" b="1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4BC11E1A-B2EC-53EB-3B5E-96FE9040F98A}"/>
              </a:ext>
            </a:extLst>
          </p:cNvPr>
          <p:cNvSpPr txBox="1"/>
          <p:nvPr/>
        </p:nvSpPr>
        <p:spPr>
          <a:xfrm>
            <a:off x="3204665" y="953791"/>
            <a:ext cx="1798565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 type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EDBE56-F79A-93CD-24B0-E076AEFCECE7}"/>
              </a:ext>
            </a:extLst>
          </p:cNvPr>
          <p:cNvSpPr txBox="1"/>
          <p:nvPr/>
        </p:nvSpPr>
        <p:spPr>
          <a:xfrm>
            <a:off x="3204665" y="3839256"/>
            <a:ext cx="179856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B type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252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6-2. </a:t>
            </a:r>
            <a:r>
              <a:rPr lang="ko-KR" altLang="en-US" dirty="0"/>
              <a:t>마이페이지 </a:t>
            </a:r>
            <a:r>
              <a:rPr lang="en-US" altLang="ko-KR" dirty="0"/>
              <a:t>– 1:1 </a:t>
            </a:r>
            <a:r>
              <a:rPr lang="ko-KR" altLang="en-US" dirty="0"/>
              <a:t>문의내역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010723"/>
              </p:ext>
            </p:extLst>
          </p:nvPr>
        </p:nvGraphicFramePr>
        <p:xfrm>
          <a:off x="8829675" y="752260"/>
          <a:ext cx="3095625" cy="314377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1:1 </a:t>
                      </a:r>
                      <a:r>
                        <a:rPr lang="ko-KR" altLang="en-US" sz="800" b="1" dirty="0"/>
                        <a:t>문의내역 페이지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FAQ 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문의하기 에 등록한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문의글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리스팅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및 답변 확인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제목 텍스트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문의내용 및 답변 확인이 가능한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팝업창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(6-2-1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답변여부 항목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관리자가 답변을 작성한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답변완료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관리자가 답변을 미작성한 경우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답변대기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F158E6D-870C-A38A-9177-786E046F2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33786"/>
              </p:ext>
            </p:extLst>
          </p:nvPr>
        </p:nvGraphicFramePr>
        <p:xfrm>
          <a:off x="2464526" y="2789585"/>
          <a:ext cx="6191889" cy="1768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21624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83460817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817340">
                  <a:extLst>
                    <a:ext uri="{9D8B030D-6E8A-4147-A177-3AD203B41FA5}">
                      <a16:colId xmlns:a16="http://schemas.microsoft.com/office/drawing/2014/main" val="3713389042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문의날짜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문의유형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답변여부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2023.09.01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none" dirty="0"/>
                        <a:t>제품관련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 err="1"/>
                        <a:t>문의드립니다</a:t>
                      </a:r>
                      <a:r>
                        <a:rPr lang="en-US" altLang="ko-KR" sz="1000" u="sng" dirty="0"/>
                        <a:t>.</a:t>
                      </a:r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답변대기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2023.08.01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배송관련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/>
                        <a:t>배송문의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답변완료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552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2023.07.01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결제관련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/>
                        <a:t>결제 관련 </a:t>
                      </a:r>
                      <a:r>
                        <a:rPr lang="ko-KR" altLang="en-US" sz="1000" u="sng" dirty="0" err="1"/>
                        <a:t>문의드립니다</a:t>
                      </a:r>
                      <a:r>
                        <a:rPr lang="en-US" altLang="ko-KR" sz="1000" u="sng" dirty="0"/>
                        <a:t>.</a:t>
                      </a:r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답변완료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1727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2023.06.01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기타문의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/>
                        <a:t>기타 문의사항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답변완료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0746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53EB120-7524-C2AB-1E08-A1774881BA9F}"/>
              </a:ext>
            </a:extLst>
          </p:cNvPr>
          <p:cNvSpPr txBox="1"/>
          <p:nvPr/>
        </p:nvSpPr>
        <p:spPr>
          <a:xfrm>
            <a:off x="4927514" y="477388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&lt; 1 </a:t>
            </a:r>
            <a:r>
              <a:rPr lang="en-US" altLang="ko-KR" sz="1000" b="1" u="sng" dirty="0"/>
              <a:t>2</a:t>
            </a:r>
            <a:r>
              <a:rPr lang="en-US" altLang="ko-KR" sz="1000" dirty="0"/>
              <a:t> 3 4 5 &gt;</a:t>
            </a:r>
            <a:endParaRPr lang="ko-KR" altLang="en-US" sz="1000" dirty="0"/>
          </a:p>
        </p:txBody>
      </p:sp>
      <p:sp>
        <p:nvSpPr>
          <p:cNvPr id="19" name="AutoShape 256">
            <a:extLst>
              <a:ext uri="{FF2B5EF4-FFF2-40B4-BE49-F238E27FC236}">
                <a16:creationId xmlns:a16="http://schemas.microsoft.com/office/drawing/2014/main" id="{661CB0F4-4CC8-6C64-B5D3-D263B9656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752" y="271457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57" name="AutoShape 256">
            <a:extLst>
              <a:ext uri="{FF2B5EF4-FFF2-40B4-BE49-F238E27FC236}">
                <a16:creationId xmlns:a16="http://schemas.microsoft.com/office/drawing/2014/main" id="{EAAC3356-0FA9-D90D-190F-95D3134C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732" y="320893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6B3443-0F72-F7F3-0010-174A0CE0F14D}"/>
              </a:ext>
            </a:extLst>
          </p:cNvPr>
          <p:cNvSpPr/>
          <p:nvPr/>
        </p:nvSpPr>
        <p:spPr>
          <a:xfrm>
            <a:off x="3670684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dk1"/>
                </a:solidFill>
              </a:rPr>
              <a:t>주문내역조회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731DA3-A65D-E1F5-1464-6C997531E517}"/>
              </a:ext>
            </a:extLst>
          </p:cNvPr>
          <p:cNvSpPr/>
          <p:nvPr/>
        </p:nvSpPr>
        <p:spPr>
          <a:xfrm>
            <a:off x="4845143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lt1"/>
                </a:solidFill>
              </a:rPr>
              <a:t>1:1</a:t>
            </a:r>
            <a:r>
              <a:rPr lang="ko-KR" altLang="en-US" sz="1000" b="1">
                <a:solidFill>
                  <a:schemeClr val="lt1"/>
                </a:solidFill>
              </a:rPr>
              <a:t>문의 내역</a:t>
            </a:r>
            <a:endParaRPr lang="en-US" altLang="ko-KR" sz="1000" b="1" dirty="0">
              <a:solidFill>
                <a:schemeClr val="lt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197F57-6257-9BFD-714A-F7007419BAFB}"/>
              </a:ext>
            </a:extLst>
          </p:cNvPr>
          <p:cNvSpPr/>
          <p:nvPr/>
        </p:nvSpPr>
        <p:spPr>
          <a:xfrm>
            <a:off x="6044769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개인정보 수정</a:t>
            </a:r>
            <a:endParaRPr lang="en-US" altLang="ko-KR" sz="16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AAE60F-9042-037D-7B8D-DBDCA9E6E167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8A380AA-CC2B-956F-1094-3A9203F2E205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EC3EA5A-EE15-604E-E5D2-9CB9DF5BC5C2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AF95EC-3E68-7465-AD98-37A35D137A65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F132ED-6A24-78F0-A0F6-9A644C5993EF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820B8EB-90E7-6272-7A01-7A04DF9400C8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0D34EB8-66FE-D95B-0E61-DF2F305144C3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4" name="Picture 2" descr="로그인 - 무료 사람들개 아이콘">
              <a:extLst>
                <a:ext uri="{FF2B5EF4-FFF2-40B4-BE49-F238E27FC236}">
                  <a16:creationId xmlns:a16="http://schemas.microsoft.com/office/drawing/2014/main" id="{B7D40E3D-6345-0733-B726-5DF507454B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07674D83-367C-B8D7-6108-571ACD11F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AF944D1-B061-592D-8AD0-9C6344800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D5D850B0-E0FC-90EA-A478-85EE18C53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F94025C2-80FE-00C3-1A3F-EE3AA9A793A0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BC6AB620-F9D4-A901-CC9F-6A5D3FCEBD38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CC2397FC-3480-6A6D-1735-9BB33593C740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E3ACF8C-42A7-E07E-5194-7797CD36C0F6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6AF8414-B4A8-53CE-ECEC-807258E5F14D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9B7486-AC56-3A3E-4780-42FD7D6966C4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EFFECC68-A2D3-B9A9-47EB-FA19DA767396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C7AF29-115F-96C3-DDB3-5B3F2894DC67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9DF14BE-BBF4-5CB1-B04E-C4B777FDCB39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2DFC22-EBC8-C35D-CE4C-32D926DAFC65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62C7CB9-D74B-24CA-ECA3-8F8EC553A4BC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A8201CE-50AB-0F8C-FADF-61C20BC8BF28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3FF651-582E-C6F0-C1C6-00BD41054EEC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6366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5BBC1D66-814A-1FFF-6DB8-DC099FC7C244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E36E0A3-097E-9020-C38D-4447968BA909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EF56C50-72FA-EC28-33FA-32441918AD66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0A1802-D040-7FF2-B83B-A95DE4E2E560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5EBDBE-BDCC-AD4C-B309-530F75650E52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050227-707A-DFEB-233C-4B3C66E68426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DCFF13A3-29E9-F23A-BF09-D764F6AD9B1B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6" name="Picture 2" descr="로그인 - 무료 사람들개 아이콘">
              <a:extLst>
                <a:ext uri="{FF2B5EF4-FFF2-40B4-BE49-F238E27FC236}">
                  <a16:creationId xmlns:a16="http://schemas.microsoft.com/office/drawing/2014/main" id="{BA0B2D3D-ECA7-CACC-6D96-1205F7AFA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10B1ED19-D0E0-C3ED-732D-4E81014FAF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9BCC5EF5-35AB-E65F-340D-9927CA24C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CC9FB7A3-1DCD-9987-0F38-D61D30BC0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3D5DE7C-8C5E-F3FD-693B-65C6634DB027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9CA5EEF7-253D-F47C-0655-81352F7087BA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7FCA8517-5619-EC54-F185-C51ECD27FAED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E0A0B2F-E8D3-FBB9-E4BF-560D6F53868F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B8AD557-2B8C-061A-5252-F363CBC22897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6782C5A-2A6F-8866-0CD5-C70881136881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3F1DA228-0E7B-EA53-CB70-0191A1492E5A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2A63AF-2625-1626-57EE-BF313C84C903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3CC0862-B9E7-D02E-A793-82488A7B5C53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84C5EDB-0427-FFF2-BD58-759255858F0F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725BA5E-53D0-541B-B6AB-DD47F5A2CEAB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A0A4D20-CB7B-38EB-9662-92679EF23CCF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E8D4662-B972-D57A-F1F1-FE9D7952244F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6-2-1. </a:t>
            </a:r>
            <a:r>
              <a:rPr lang="ko-KR" altLang="en-US" dirty="0"/>
              <a:t>마이페이지 </a:t>
            </a:r>
            <a:r>
              <a:rPr lang="en-US" altLang="ko-KR" dirty="0"/>
              <a:t>– 1:1 </a:t>
            </a:r>
            <a:r>
              <a:rPr lang="ko-KR" altLang="en-US" dirty="0"/>
              <a:t>문의내역 </a:t>
            </a:r>
            <a:r>
              <a:rPr lang="en-US" altLang="ko-KR" dirty="0"/>
              <a:t>– </a:t>
            </a:r>
            <a:r>
              <a:rPr lang="ko-KR" altLang="en-US" dirty="0"/>
              <a:t>문의내역 상세 팝업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652255"/>
              </p:ext>
            </p:extLst>
          </p:nvPr>
        </p:nvGraphicFramePr>
        <p:xfrm>
          <a:off x="8829675" y="752260"/>
          <a:ext cx="3095625" cy="345519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문의내역 상세 팝업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문의내역 리스트 클릭 시 상세내용 확인 가능한 팝업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번의 답변으로 해결이 안되는 경우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추가로 문의할 수 있는 것이 있었으면 하는데 </a:t>
                      </a: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어떤 기능이 있을까요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7030A0"/>
                          </a:solidFill>
                        </a:rPr>
                        <a:t> &gt;&gt; </a:t>
                      </a:r>
                      <a:r>
                        <a:rPr lang="ko-KR" altLang="en-US" sz="800" b="1" dirty="0">
                          <a:solidFill>
                            <a:srgbClr val="7030A0"/>
                          </a:solidFill>
                        </a:rPr>
                        <a:t>문의 페이지로 다이렉트 이동될 수 있도록 문의하기 버튼을 추가하였습니다</a:t>
                      </a:r>
                      <a:r>
                        <a:rPr lang="en-US" altLang="ko-KR" sz="800" b="1" dirty="0">
                          <a:solidFill>
                            <a:srgbClr val="7030A0"/>
                          </a:solidFill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추가 문의하기 버튼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클릭 시 문의하기 페이지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(5-2)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로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확인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해당 팝업 닫힘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AFA21-B9E3-AD12-5352-8864EC2B6209}"/>
              </a:ext>
            </a:extLst>
          </p:cNvPr>
          <p:cNvSpPr/>
          <p:nvPr/>
        </p:nvSpPr>
        <p:spPr>
          <a:xfrm>
            <a:off x="300516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dk1"/>
                </a:solidFill>
              </a:rPr>
              <a:t>장바구니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256EF8-65A5-2B25-1578-DA40B5B6D586}"/>
              </a:ext>
            </a:extLst>
          </p:cNvPr>
          <p:cNvSpPr/>
          <p:nvPr/>
        </p:nvSpPr>
        <p:spPr>
          <a:xfrm>
            <a:off x="4246139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주문내역조회</a:t>
            </a:r>
            <a:endParaRPr lang="en-US" altLang="ko-KR" sz="16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59EBF-88F7-A339-475A-FDAD7727B77E}"/>
              </a:ext>
            </a:extLst>
          </p:cNvPr>
          <p:cNvSpPr/>
          <p:nvPr/>
        </p:nvSpPr>
        <p:spPr>
          <a:xfrm>
            <a:off x="5420598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lt1"/>
                </a:solidFill>
              </a:rPr>
              <a:t>1:1</a:t>
            </a:r>
            <a:r>
              <a:rPr lang="ko-KR" altLang="en-US" sz="1000">
                <a:solidFill>
                  <a:schemeClr val="lt1"/>
                </a:solidFill>
              </a:rPr>
              <a:t>문의 내역</a:t>
            </a:r>
            <a:endParaRPr lang="en-US" altLang="ko-KR" sz="1000" dirty="0">
              <a:solidFill>
                <a:schemeClr val="lt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4A668E-1B8E-E3F8-65F8-1221E4578BA2}"/>
              </a:ext>
            </a:extLst>
          </p:cNvPr>
          <p:cNvSpPr/>
          <p:nvPr/>
        </p:nvSpPr>
        <p:spPr>
          <a:xfrm>
            <a:off x="6620224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개인정보 수정</a:t>
            </a:r>
            <a:endParaRPr lang="en-US" altLang="ko-KR" sz="1600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F158E6D-870C-A38A-9177-786E046F214F}"/>
              </a:ext>
            </a:extLst>
          </p:cNvPr>
          <p:cNvGraphicFramePr>
            <a:graphicFrameLocks noGrp="1"/>
          </p:cNvGraphicFramePr>
          <p:nvPr/>
        </p:nvGraphicFramePr>
        <p:xfrm>
          <a:off x="2464526" y="2789585"/>
          <a:ext cx="6191889" cy="1768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21624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83460817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817340">
                  <a:extLst>
                    <a:ext uri="{9D8B030D-6E8A-4147-A177-3AD203B41FA5}">
                      <a16:colId xmlns:a16="http://schemas.microsoft.com/office/drawing/2014/main" val="3713389042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문의날짜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문의유형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답변여부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2023.09.01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none" dirty="0"/>
                        <a:t>제품관련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 err="1"/>
                        <a:t>문의드립니다</a:t>
                      </a:r>
                      <a:r>
                        <a:rPr lang="en-US" altLang="ko-KR" sz="1000" u="sng" dirty="0"/>
                        <a:t>.</a:t>
                      </a:r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답변대기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2023.08.01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배송관련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/>
                        <a:t>배송문의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답변완료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552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2023.07.01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결제관련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/>
                        <a:t>결제 관련 </a:t>
                      </a:r>
                      <a:r>
                        <a:rPr lang="ko-KR" altLang="en-US" sz="1000" u="sng" dirty="0" err="1"/>
                        <a:t>문의드립니다</a:t>
                      </a:r>
                      <a:r>
                        <a:rPr lang="en-US" altLang="ko-KR" sz="1000" u="sng" dirty="0"/>
                        <a:t>.</a:t>
                      </a:r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답변완료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1727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2023.06.01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기타문의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u="sng" dirty="0"/>
                        <a:t>기타 문의사항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답변완료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0746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53EB120-7524-C2AB-1E08-A1774881BA9F}"/>
              </a:ext>
            </a:extLst>
          </p:cNvPr>
          <p:cNvSpPr txBox="1"/>
          <p:nvPr/>
        </p:nvSpPr>
        <p:spPr>
          <a:xfrm>
            <a:off x="4927514" y="4773884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&lt; 1 </a:t>
            </a:r>
            <a:r>
              <a:rPr lang="en-US" altLang="ko-KR" sz="1000" b="1" u="sng" dirty="0"/>
              <a:t>2</a:t>
            </a:r>
            <a:r>
              <a:rPr lang="en-US" altLang="ko-KR" sz="1000" dirty="0"/>
              <a:t> 3 4 5 &gt;</a:t>
            </a:r>
            <a:endParaRPr lang="ko-KR" altLang="en-US" sz="1000" dirty="0"/>
          </a:p>
        </p:txBody>
      </p:sp>
      <p:sp>
        <p:nvSpPr>
          <p:cNvPr id="19" name="AutoShape 256">
            <a:extLst>
              <a:ext uri="{FF2B5EF4-FFF2-40B4-BE49-F238E27FC236}">
                <a16:creationId xmlns:a16="http://schemas.microsoft.com/office/drawing/2014/main" id="{661CB0F4-4CC8-6C64-B5D3-D263B9656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752" y="271457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57" name="AutoShape 256">
            <a:extLst>
              <a:ext uri="{FF2B5EF4-FFF2-40B4-BE49-F238E27FC236}">
                <a16:creationId xmlns:a16="http://schemas.microsoft.com/office/drawing/2014/main" id="{EAAC3356-0FA9-D90D-190F-95D3134C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732" y="320893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6DB3A0-1CF0-19AC-5C3E-DB3CEFC207E0}"/>
              </a:ext>
            </a:extLst>
          </p:cNvPr>
          <p:cNvSpPr/>
          <p:nvPr/>
        </p:nvSpPr>
        <p:spPr>
          <a:xfrm>
            <a:off x="243840" y="733474"/>
            <a:ext cx="8509635" cy="5954709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DE702F-B3B6-DA7F-0BC7-B4E4FC94C1F3}"/>
              </a:ext>
            </a:extLst>
          </p:cNvPr>
          <p:cNvSpPr/>
          <p:nvPr/>
        </p:nvSpPr>
        <p:spPr>
          <a:xfrm>
            <a:off x="1335505" y="1370979"/>
            <a:ext cx="6702512" cy="45397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2A3CDB-4F18-F1D1-A9DC-5EE76EE4F790}"/>
              </a:ext>
            </a:extLst>
          </p:cNvPr>
          <p:cNvSpPr txBox="1"/>
          <p:nvPr/>
        </p:nvSpPr>
        <p:spPr>
          <a:xfrm>
            <a:off x="7688470" y="134155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8B56C3-17B1-881D-2BF7-9ECFF3097CA0}"/>
              </a:ext>
            </a:extLst>
          </p:cNvPr>
          <p:cNvSpPr/>
          <p:nvPr/>
        </p:nvSpPr>
        <p:spPr>
          <a:xfrm>
            <a:off x="4688865" y="5275662"/>
            <a:ext cx="1361150" cy="3399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확인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53F8260-7978-5DD7-10D9-0F30D548C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597842"/>
              </p:ext>
            </p:extLst>
          </p:nvPr>
        </p:nvGraphicFramePr>
        <p:xfrm>
          <a:off x="1794690" y="2485123"/>
          <a:ext cx="5559062" cy="239974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0023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1769508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010023">
                  <a:extLst>
                    <a:ext uri="{9D8B030D-6E8A-4147-A177-3AD203B41FA5}">
                      <a16:colId xmlns:a16="http://schemas.microsoft.com/office/drawing/2014/main" val="3001027871"/>
                    </a:ext>
                  </a:extLst>
                </a:gridCol>
                <a:gridCol w="1769508">
                  <a:extLst>
                    <a:ext uri="{9D8B030D-6E8A-4147-A177-3AD203B41FA5}">
                      <a16:colId xmlns:a16="http://schemas.microsoft.com/office/drawing/2014/main" val="3546644299"/>
                    </a:ext>
                  </a:extLst>
                </a:gridCol>
              </a:tblGrid>
              <a:tr h="44544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/>
                        <a:t>문의유형</a:t>
                      </a:r>
                      <a:endParaRPr lang="en-US" altLang="ko-KR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u="none" dirty="0"/>
                        <a:t>제품관련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문의날짜</a:t>
                      </a:r>
                      <a:endParaRPr lang="en-US" altLang="ko-KR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u="none" dirty="0"/>
                        <a:t>2023.09.11</a:t>
                      </a:r>
                      <a:endParaRPr lang="ko-KR" altLang="en-US" sz="1000" b="0" u="none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818280"/>
                  </a:ext>
                </a:extLst>
              </a:tr>
              <a:tr h="83598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문의내역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ko-KR" altLang="en-US" sz="1000" b="0" dirty="0"/>
                        <a:t>이제품에 대해서 </a:t>
                      </a:r>
                      <a:r>
                        <a:rPr lang="ko-KR" altLang="en-US" sz="1000" b="0" dirty="0" err="1"/>
                        <a:t>문의드립니다</a:t>
                      </a:r>
                      <a:r>
                        <a:rPr lang="en-US" altLang="ko-KR" sz="1000" b="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1118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답변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답변입니다</a:t>
                      </a:r>
                      <a:r>
                        <a:rPr lang="en-US" altLang="ko-KR" sz="1000" b="0" dirty="0"/>
                        <a:t>. </a:t>
                      </a:r>
                      <a:r>
                        <a:rPr lang="ko-KR" altLang="en-US" sz="1000" b="0" dirty="0"/>
                        <a:t>답변입니다</a:t>
                      </a:r>
                      <a:r>
                        <a:rPr lang="en-US" altLang="ko-KR" sz="1000" b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감사합니다</a:t>
                      </a:r>
                      <a:r>
                        <a:rPr lang="en-US" altLang="ko-KR" sz="1000" b="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3007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E0B75DE-E506-8968-38E8-622BEB16640E}"/>
              </a:ext>
            </a:extLst>
          </p:cNvPr>
          <p:cNvSpPr txBox="1"/>
          <p:nvPr/>
        </p:nvSpPr>
        <p:spPr>
          <a:xfrm>
            <a:off x="1712024" y="1993396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/>
              <a:t>문의 드립니다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E40AA9-2D3B-6A20-DD52-A4099E8D60FB}"/>
              </a:ext>
            </a:extLst>
          </p:cNvPr>
          <p:cNvSpPr/>
          <p:nvPr/>
        </p:nvSpPr>
        <p:spPr>
          <a:xfrm>
            <a:off x="3143853" y="5275662"/>
            <a:ext cx="1361150" cy="339969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추가 문의하기</a:t>
            </a:r>
            <a:endParaRPr lang="ko-KR" altLang="en-US" sz="1400" dirty="0"/>
          </a:p>
        </p:txBody>
      </p:sp>
      <p:sp>
        <p:nvSpPr>
          <p:cNvPr id="25" name="AutoShape 256">
            <a:extLst>
              <a:ext uri="{FF2B5EF4-FFF2-40B4-BE49-F238E27FC236}">
                <a16:creationId xmlns:a16="http://schemas.microsoft.com/office/drawing/2014/main" id="{66B1223E-F3A6-2F7E-67C7-862804CFB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681" y="519865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26" name="AutoShape 256">
            <a:extLst>
              <a:ext uri="{FF2B5EF4-FFF2-40B4-BE49-F238E27FC236}">
                <a16:creationId xmlns:a16="http://schemas.microsoft.com/office/drawing/2014/main" id="{68F7C89F-5060-5FCE-E091-FAB5F255C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259" y="519865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9385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6-3.1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개인정보 수정</a:t>
            </a:r>
            <a:r>
              <a:rPr lang="en-US" altLang="ko-KR" dirty="0"/>
              <a:t>(</a:t>
            </a:r>
            <a:r>
              <a:rPr lang="ko-KR" altLang="en-US" dirty="0"/>
              <a:t>개인회원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73354"/>
              </p:ext>
            </p:extLst>
          </p:nvPr>
        </p:nvGraphicFramePr>
        <p:xfrm>
          <a:off x="8829675" y="752260"/>
          <a:ext cx="3095625" cy="325884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개인정보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ko-KR" altLang="en-US" sz="800" b="1" dirty="0"/>
                        <a:t>수정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이름은 수정불가 항목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유효성 검사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사업자 별 회원가입 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필수항목값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상이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 수정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유효성 검사 후 변경 내용 저장되며 현재 페이지에 머무름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정보수정 항목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유효성 검사 후 변경 내용 저장되며 현재 페이지에 머무름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회원탈퇴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회원탈퇴 페이지로 이동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(6-4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페이지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얼럿창들도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정보가 필요합니다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BCFE4-3BFF-865E-A27C-A7D2C39C3C4A}"/>
              </a:ext>
            </a:extLst>
          </p:cNvPr>
          <p:cNvSpPr txBox="1"/>
          <p:nvPr/>
        </p:nvSpPr>
        <p:spPr>
          <a:xfrm>
            <a:off x="4071723" y="3998481"/>
            <a:ext cx="36439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비밀번호는 영문</a:t>
            </a:r>
            <a:r>
              <a:rPr lang="en-US" altLang="ko-KR" sz="800" dirty="0"/>
              <a:t>, </a:t>
            </a:r>
            <a:r>
              <a:rPr lang="ko-KR" altLang="en-US" sz="800" dirty="0"/>
              <a:t>숫자</a:t>
            </a:r>
            <a:r>
              <a:rPr lang="en-US" altLang="ko-KR" sz="800" dirty="0"/>
              <a:t>, </a:t>
            </a:r>
            <a:r>
              <a:rPr lang="ko-KR" altLang="en-US" sz="800" dirty="0"/>
              <a:t>특수문자를 포함하여 </a:t>
            </a:r>
            <a:r>
              <a:rPr lang="en-US" altLang="ko-KR" sz="800" dirty="0"/>
              <a:t>8</a:t>
            </a:r>
            <a:r>
              <a:rPr lang="ko-KR" altLang="en-US" sz="800" dirty="0"/>
              <a:t>자리 이상으로 등록해주세요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BCA3C1-FED4-10F8-300C-9E0760BCF594}"/>
              </a:ext>
            </a:extLst>
          </p:cNvPr>
          <p:cNvSpPr txBox="1"/>
          <p:nvPr/>
        </p:nvSpPr>
        <p:spPr>
          <a:xfrm>
            <a:off x="2581276" y="3438285"/>
            <a:ext cx="13559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변경 비밀번호 확인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920231-DEF0-2F01-0035-3CAF88236E87}"/>
              </a:ext>
            </a:extLst>
          </p:cNvPr>
          <p:cNvSpPr/>
          <p:nvPr/>
        </p:nvSpPr>
        <p:spPr>
          <a:xfrm>
            <a:off x="4116424" y="2830963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160C4B-D237-98D9-5869-3CBCCF2D6B4E}"/>
              </a:ext>
            </a:extLst>
          </p:cNvPr>
          <p:cNvSpPr/>
          <p:nvPr/>
        </p:nvSpPr>
        <p:spPr>
          <a:xfrm>
            <a:off x="4116424" y="3129711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1E4B62-B9E6-E902-4799-FF7BBAEC076C}"/>
              </a:ext>
            </a:extLst>
          </p:cNvPr>
          <p:cNvSpPr txBox="1"/>
          <p:nvPr/>
        </p:nvSpPr>
        <p:spPr>
          <a:xfrm>
            <a:off x="2940719" y="2315784"/>
            <a:ext cx="1080745" cy="238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비밀번호 수정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A181A82-A91B-3BA1-0954-2BFFB2A6820B}"/>
              </a:ext>
            </a:extLst>
          </p:cNvPr>
          <p:cNvSpPr/>
          <p:nvPr/>
        </p:nvSpPr>
        <p:spPr>
          <a:xfrm>
            <a:off x="4109229" y="3690441"/>
            <a:ext cx="3012136" cy="25743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수정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5E286-E017-14BA-2772-540A2D241792}"/>
              </a:ext>
            </a:extLst>
          </p:cNvPr>
          <p:cNvSpPr txBox="1"/>
          <p:nvPr/>
        </p:nvSpPr>
        <p:spPr>
          <a:xfrm>
            <a:off x="2940718" y="2538861"/>
            <a:ext cx="996493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아이디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1EB1D-27C5-12B9-408B-FAB337D9F275}"/>
              </a:ext>
            </a:extLst>
          </p:cNvPr>
          <p:cNvSpPr txBox="1"/>
          <p:nvPr/>
        </p:nvSpPr>
        <p:spPr>
          <a:xfrm>
            <a:off x="4114551" y="2538861"/>
            <a:ext cx="996493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test12345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F8F64A-C9C3-7D64-C215-75B131B6C497}"/>
              </a:ext>
            </a:extLst>
          </p:cNvPr>
          <p:cNvSpPr txBox="1"/>
          <p:nvPr/>
        </p:nvSpPr>
        <p:spPr>
          <a:xfrm>
            <a:off x="2705466" y="2834770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현재 비밀번호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D27166-9298-C5D2-59B3-1083B670FE36}"/>
              </a:ext>
            </a:extLst>
          </p:cNvPr>
          <p:cNvSpPr txBox="1"/>
          <p:nvPr/>
        </p:nvSpPr>
        <p:spPr>
          <a:xfrm>
            <a:off x="2705466" y="3148350"/>
            <a:ext cx="1231745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변경 비밀번호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5DAE28-CA95-2FFB-7327-6B3FEEED44C4}"/>
              </a:ext>
            </a:extLst>
          </p:cNvPr>
          <p:cNvSpPr/>
          <p:nvPr/>
        </p:nvSpPr>
        <p:spPr>
          <a:xfrm>
            <a:off x="4116424" y="3424653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CD93CE4-F02E-1A27-E1C6-8ACC67DF6FD5}"/>
              </a:ext>
            </a:extLst>
          </p:cNvPr>
          <p:cNvSpPr/>
          <p:nvPr/>
        </p:nvSpPr>
        <p:spPr>
          <a:xfrm>
            <a:off x="4068559" y="5346113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abc@co.kr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74E60D2-F1AF-182F-4931-312B103A43FB}"/>
              </a:ext>
            </a:extLst>
          </p:cNvPr>
          <p:cNvGrpSpPr/>
          <p:nvPr/>
        </p:nvGrpSpPr>
        <p:grpSpPr>
          <a:xfrm>
            <a:off x="4068559" y="5032778"/>
            <a:ext cx="2993900" cy="239463"/>
            <a:chOff x="3424443" y="5391009"/>
            <a:chExt cx="2993900" cy="262256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7932236-1F72-4BD2-3BFA-0BE6D9DC80C4}"/>
                </a:ext>
              </a:extLst>
            </p:cNvPr>
            <p:cNvSpPr/>
            <p:nvPr/>
          </p:nvSpPr>
          <p:spPr>
            <a:xfrm>
              <a:off x="3424443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010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168A169-44E7-D888-4828-ACD6588F983F}"/>
                </a:ext>
              </a:extLst>
            </p:cNvPr>
            <p:cNvSpPr/>
            <p:nvPr/>
          </p:nvSpPr>
          <p:spPr>
            <a:xfrm>
              <a:off x="4537737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1234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A81B913-5391-B8F9-101D-7BD840ED9879}"/>
                </a:ext>
              </a:extLst>
            </p:cNvPr>
            <p:cNvSpPr/>
            <p:nvPr/>
          </p:nvSpPr>
          <p:spPr>
            <a:xfrm>
              <a:off x="5651031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1234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14D2AA69-78F3-43B3-611E-D4D474EFB78F}"/>
                </a:ext>
              </a:extLst>
            </p:cNvPr>
            <p:cNvSpPr/>
            <p:nvPr/>
          </p:nvSpPr>
          <p:spPr>
            <a:xfrm rot="10800000">
              <a:off x="4057764" y="5481846"/>
              <a:ext cx="119963" cy="10341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C43AD52-8126-8BA8-3DA6-C7BFDB77EC7B}"/>
              </a:ext>
            </a:extLst>
          </p:cNvPr>
          <p:cNvSpPr txBox="1"/>
          <p:nvPr/>
        </p:nvSpPr>
        <p:spPr>
          <a:xfrm>
            <a:off x="2924809" y="4427870"/>
            <a:ext cx="1080745" cy="238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/>
              <a:t>기본정보 수정</a:t>
            </a:r>
            <a:endParaRPr lang="ko-KR" altLang="en-US" sz="1100" b="1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E0B682A-4663-727D-524E-5D0D943F3C47}"/>
              </a:ext>
            </a:extLst>
          </p:cNvPr>
          <p:cNvSpPr/>
          <p:nvPr/>
        </p:nvSpPr>
        <p:spPr>
          <a:xfrm>
            <a:off x="4068559" y="5658827"/>
            <a:ext cx="2016669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12345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239D36F-7E22-785A-8279-EC609ED05670}"/>
              </a:ext>
            </a:extLst>
          </p:cNvPr>
          <p:cNvSpPr/>
          <p:nvPr/>
        </p:nvSpPr>
        <p:spPr>
          <a:xfrm>
            <a:off x="6144620" y="5651633"/>
            <a:ext cx="917840" cy="2394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주소검색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33C1B4-B3B1-874A-F2E8-00AD5BD64917}"/>
              </a:ext>
            </a:extLst>
          </p:cNvPr>
          <p:cNvSpPr/>
          <p:nvPr/>
        </p:nvSpPr>
        <p:spPr>
          <a:xfrm>
            <a:off x="4068560" y="5937072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서울시 강남구 </a:t>
            </a:r>
            <a:r>
              <a:rPr lang="ko-KR" altLang="en-US" sz="1200" dirty="0" err="1">
                <a:solidFill>
                  <a:schemeClr val="tx1"/>
                </a:solidFill>
              </a:rPr>
              <a:t>대왕판교로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F2CCD7A-1AC9-F09D-571F-A4AD6A4C414C}"/>
              </a:ext>
            </a:extLst>
          </p:cNvPr>
          <p:cNvSpPr/>
          <p:nvPr/>
        </p:nvSpPr>
        <p:spPr>
          <a:xfrm>
            <a:off x="4068560" y="6206013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101</a:t>
            </a:r>
            <a:r>
              <a:rPr lang="ko-KR" altLang="en-US" sz="1200" dirty="0">
                <a:solidFill>
                  <a:schemeClr val="tx1"/>
                </a:solidFill>
              </a:rPr>
              <a:t>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EA1247A-8E99-4C68-32B8-FE4D3F598878}"/>
              </a:ext>
            </a:extLst>
          </p:cNvPr>
          <p:cNvSpPr/>
          <p:nvPr/>
        </p:nvSpPr>
        <p:spPr>
          <a:xfrm>
            <a:off x="4068559" y="6572396"/>
            <a:ext cx="2993899" cy="31042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정보수정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ABC3E6-EE25-CEAF-22F2-418B90E93982}"/>
              </a:ext>
            </a:extLst>
          </p:cNvPr>
          <p:cNvSpPr txBox="1"/>
          <p:nvPr/>
        </p:nvSpPr>
        <p:spPr>
          <a:xfrm>
            <a:off x="2705466" y="5047749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휴대폰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98AE73-01C8-0CBA-F20E-93D6ED29851B}"/>
              </a:ext>
            </a:extLst>
          </p:cNvPr>
          <p:cNvSpPr txBox="1"/>
          <p:nvPr/>
        </p:nvSpPr>
        <p:spPr>
          <a:xfrm>
            <a:off x="2705466" y="5360754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981E49-E043-36DF-E155-54ABFBBCDC4F}"/>
              </a:ext>
            </a:extLst>
          </p:cNvPr>
          <p:cNvSpPr txBox="1"/>
          <p:nvPr/>
        </p:nvSpPr>
        <p:spPr>
          <a:xfrm>
            <a:off x="2705466" y="5685278"/>
            <a:ext cx="123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949BFF-D163-A316-AE13-5AA62218E02D}"/>
              </a:ext>
            </a:extLst>
          </p:cNvPr>
          <p:cNvSpPr txBox="1"/>
          <p:nvPr/>
        </p:nvSpPr>
        <p:spPr>
          <a:xfrm>
            <a:off x="8183344" y="645148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회원탈퇴</a:t>
            </a:r>
          </a:p>
        </p:txBody>
      </p:sp>
      <p:sp>
        <p:nvSpPr>
          <p:cNvPr id="65" name="AutoShape 256">
            <a:extLst>
              <a:ext uri="{FF2B5EF4-FFF2-40B4-BE49-F238E27FC236}">
                <a16:creationId xmlns:a16="http://schemas.microsoft.com/office/drawing/2014/main" id="{38EBEB9F-4ECB-5DB3-FBD5-87E6898B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499" y="37465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6" name="AutoShape 256">
            <a:extLst>
              <a:ext uri="{FF2B5EF4-FFF2-40B4-BE49-F238E27FC236}">
                <a16:creationId xmlns:a16="http://schemas.microsoft.com/office/drawing/2014/main" id="{D2B780DA-372A-28B1-7701-226ACA967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648" y="650356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8" name="AutoShape 256">
            <a:extLst>
              <a:ext uri="{FF2B5EF4-FFF2-40B4-BE49-F238E27FC236}">
                <a16:creationId xmlns:a16="http://schemas.microsoft.com/office/drawing/2014/main" id="{C89A542E-0FEB-E8C3-13F9-434D4FA76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61" y="650628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EC02CF-1FEC-755C-3EA0-82E8C2F3BEBE}"/>
              </a:ext>
            </a:extLst>
          </p:cNvPr>
          <p:cNvSpPr/>
          <p:nvPr/>
        </p:nvSpPr>
        <p:spPr>
          <a:xfrm>
            <a:off x="3670684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dk1"/>
                </a:solidFill>
              </a:rPr>
              <a:t>주문내역조회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EDD1F0-0E32-DD3B-7801-E76ECAC5E576}"/>
              </a:ext>
            </a:extLst>
          </p:cNvPr>
          <p:cNvSpPr/>
          <p:nvPr/>
        </p:nvSpPr>
        <p:spPr>
          <a:xfrm>
            <a:off x="4845143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1:1</a:t>
            </a:r>
            <a:r>
              <a:rPr lang="ko-KR" altLang="en-US" sz="1000" dirty="0"/>
              <a:t>문의 내역</a:t>
            </a:r>
            <a:endParaRPr lang="en-US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0E5449-5179-38D3-EB90-24C54EBAEEA4}"/>
              </a:ext>
            </a:extLst>
          </p:cNvPr>
          <p:cNvSpPr/>
          <p:nvPr/>
        </p:nvSpPr>
        <p:spPr>
          <a:xfrm>
            <a:off x="6044769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lt1"/>
                </a:solidFill>
              </a:rPr>
              <a:t>개인정보 수정</a:t>
            </a:r>
            <a:endParaRPr lang="en-US" altLang="ko-KR" sz="1000" b="1" dirty="0">
              <a:solidFill>
                <a:schemeClr val="lt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4B5BEA-029F-F0BB-B1D9-10006647CF72}"/>
              </a:ext>
            </a:extLst>
          </p:cNvPr>
          <p:cNvSpPr/>
          <p:nvPr/>
        </p:nvSpPr>
        <p:spPr>
          <a:xfrm>
            <a:off x="4068559" y="4718397"/>
            <a:ext cx="2993900" cy="23946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홍길동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F3862C-F48E-452A-ECAB-2655962817A8}"/>
              </a:ext>
            </a:extLst>
          </p:cNvPr>
          <p:cNvSpPr txBox="1"/>
          <p:nvPr/>
        </p:nvSpPr>
        <p:spPr>
          <a:xfrm>
            <a:off x="2705466" y="4733038"/>
            <a:ext cx="123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이름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EEA5AE0-7E36-3244-E01B-4C0BDA581597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2EAC08-B5F6-88F6-4330-D3A45E64EC16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7E41657-9F2C-A713-BC78-99527625B7F6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6E036F-F8AA-8C8A-E94B-B5A52AB11F40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2F7331-AF17-2058-F79A-C2495EAE50A6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1AA6B9-155B-5201-771B-5B5EA8D447AB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307DD3D-E0BF-E914-3E31-02E7BD66E4DC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6" name="Picture 2" descr="로그인 - 무료 사람들개 아이콘">
              <a:extLst>
                <a:ext uri="{FF2B5EF4-FFF2-40B4-BE49-F238E27FC236}">
                  <a16:creationId xmlns:a16="http://schemas.microsoft.com/office/drawing/2014/main" id="{7F87AFA7-B953-BEDA-1E60-31F1C4FED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D4CCE9F6-8036-E0A4-1D4E-8FC4C312F6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0D72A0DC-F949-5248-A4C3-C7C70CB7E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52E1015A-1C61-B5E1-85DA-C33A07572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CE845F35-3C4D-474D-69C5-E9063BE02376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368752B-68FA-037F-A371-C2FEC987D052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B719013C-D594-BC4E-9F73-33D41C55E6A4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676564F-0487-CCD6-40AD-1281EFAA2895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1418AAC-EB80-188E-282A-A1912692BCD1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B88EF1B-A48C-5A5C-D2CC-874D1139AABA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5AD9B54D-8B51-E917-C08F-70EAC921D56F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DBD5AC1-02EB-19F5-91C3-C99A6048CF49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680E147-7F33-F20E-F7FA-15675F008F94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A484C38-0470-5394-42BC-39F8FC63AD01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C4F3DCB-9218-543A-A793-DD7E3516D5D5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BA8C07B-D490-47FE-E468-996401BA13B4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E56292D-17DC-0426-9535-A63E4AA47171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7800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6-3.2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개인정보 수정</a:t>
            </a:r>
            <a:r>
              <a:rPr lang="en-US" altLang="ko-KR" dirty="0"/>
              <a:t>(</a:t>
            </a:r>
            <a:r>
              <a:rPr lang="ko-KR" altLang="en-US" dirty="0"/>
              <a:t>사업자회원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044756"/>
              </p:ext>
            </p:extLst>
          </p:nvPr>
        </p:nvGraphicFramePr>
        <p:xfrm>
          <a:off x="8829675" y="752260"/>
          <a:ext cx="3095625" cy="3298326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개인정보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ko-KR" altLang="en-US" sz="800" b="1" dirty="0"/>
                        <a:t>수정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이름은 수정불가 항목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유효성 검사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개인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사업자 별 회원가입 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필수항목값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상이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비밀번호 수정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유효성 검사 후 변경 내용 저장되며 현재 페이지에 머무름 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정보수정 항목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필수값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유효성 검사 후 변경 내용 저장되며 현재 페이지에 머무름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회원탈퇴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회원탈퇴 페이지로 이동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(6-4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해당 페이지 </a:t>
                      </a:r>
                      <a:r>
                        <a:rPr lang="ko-KR" altLang="en-US" sz="800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얼럿창들도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정보가 필요합니다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BCFE4-3BFF-865E-A27C-A7D2C39C3C4A}"/>
              </a:ext>
            </a:extLst>
          </p:cNvPr>
          <p:cNvSpPr txBox="1"/>
          <p:nvPr/>
        </p:nvSpPr>
        <p:spPr>
          <a:xfrm>
            <a:off x="4071723" y="3998481"/>
            <a:ext cx="36439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비밀번호는 영문</a:t>
            </a:r>
            <a:r>
              <a:rPr lang="en-US" altLang="ko-KR" sz="800" dirty="0"/>
              <a:t>, </a:t>
            </a:r>
            <a:r>
              <a:rPr lang="ko-KR" altLang="en-US" sz="800" dirty="0"/>
              <a:t>숫자</a:t>
            </a:r>
            <a:r>
              <a:rPr lang="en-US" altLang="ko-KR" sz="800" dirty="0"/>
              <a:t>, </a:t>
            </a:r>
            <a:r>
              <a:rPr lang="ko-KR" altLang="en-US" sz="800" dirty="0"/>
              <a:t>특수문자를 포함하여 </a:t>
            </a:r>
            <a:r>
              <a:rPr lang="en-US" altLang="ko-KR" sz="800" dirty="0"/>
              <a:t>8</a:t>
            </a:r>
            <a:r>
              <a:rPr lang="ko-KR" altLang="en-US" sz="800" dirty="0"/>
              <a:t>자리 이상으로 등록해주세요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BCA3C1-FED4-10F8-300C-9E0760BCF594}"/>
              </a:ext>
            </a:extLst>
          </p:cNvPr>
          <p:cNvSpPr txBox="1"/>
          <p:nvPr/>
        </p:nvSpPr>
        <p:spPr>
          <a:xfrm>
            <a:off x="2581276" y="3438285"/>
            <a:ext cx="13559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변경 비밀번호 확인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920231-DEF0-2F01-0035-3CAF88236E87}"/>
              </a:ext>
            </a:extLst>
          </p:cNvPr>
          <p:cNvSpPr/>
          <p:nvPr/>
        </p:nvSpPr>
        <p:spPr>
          <a:xfrm>
            <a:off x="4116424" y="2830963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160C4B-D237-98D9-5869-3CBCCF2D6B4E}"/>
              </a:ext>
            </a:extLst>
          </p:cNvPr>
          <p:cNvSpPr/>
          <p:nvPr/>
        </p:nvSpPr>
        <p:spPr>
          <a:xfrm>
            <a:off x="4116424" y="3129711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1E4B62-B9E6-E902-4799-FF7BBAEC076C}"/>
              </a:ext>
            </a:extLst>
          </p:cNvPr>
          <p:cNvSpPr txBox="1"/>
          <p:nvPr/>
        </p:nvSpPr>
        <p:spPr>
          <a:xfrm>
            <a:off x="2940719" y="2315784"/>
            <a:ext cx="1080745" cy="238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비밀번호 수정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A181A82-A91B-3BA1-0954-2BFFB2A6820B}"/>
              </a:ext>
            </a:extLst>
          </p:cNvPr>
          <p:cNvSpPr/>
          <p:nvPr/>
        </p:nvSpPr>
        <p:spPr>
          <a:xfrm>
            <a:off x="4109229" y="3690441"/>
            <a:ext cx="3012136" cy="25743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수정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5E286-E017-14BA-2772-540A2D241792}"/>
              </a:ext>
            </a:extLst>
          </p:cNvPr>
          <p:cNvSpPr txBox="1"/>
          <p:nvPr/>
        </p:nvSpPr>
        <p:spPr>
          <a:xfrm>
            <a:off x="2940718" y="2538861"/>
            <a:ext cx="996493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아이디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1EB1D-27C5-12B9-408B-FAB337D9F275}"/>
              </a:ext>
            </a:extLst>
          </p:cNvPr>
          <p:cNvSpPr txBox="1"/>
          <p:nvPr/>
        </p:nvSpPr>
        <p:spPr>
          <a:xfrm>
            <a:off x="4114551" y="2538861"/>
            <a:ext cx="996493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test12345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F8F64A-C9C3-7D64-C215-75B131B6C497}"/>
              </a:ext>
            </a:extLst>
          </p:cNvPr>
          <p:cNvSpPr txBox="1"/>
          <p:nvPr/>
        </p:nvSpPr>
        <p:spPr>
          <a:xfrm>
            <a:off x="2705466" y="2834770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현재 비밀번호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D27166-9298-C5D2-59B3-1083B670FE36}"/>
              </a:ext>
            </a:extLst>
          </p:cNvPr>
          <p:cNvSpPr txBox="1"/>
          <p:nvPr/>
        </p:nvSpPr>
        <p:spPr>
          <a:xfrm>
            <a:off x="2705466" y="3148350"/>
            <a:ext cx="1231745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변경 비밀번호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5DAE28-CA95-2FFB-7327-6B3FEEED44C4}"/>
              </a:ext>
            </a:extLst>
          </p:cNvPr>
          <p:cNvSpPr/>
          <p:nvPr/>
        </p:nvSpPr>
        <p:spPr>
          <a:xfrm>
            <a:off x="4116424" y="3424653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CD93CE4-F02E-1A27-E1C6-8ACC67DF6FD5}"/>
              </a:ext>
            </a:extLst>
          </p:cNvPr>
          <p:cNvSpPr/>
          <p:nvPr/>
        </p:nvSpPr>
        <p:spPr>
          <a:xfrm>
            <a:off x="4068559" y="5844567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abc@co.kr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74E60D2-F1AF-182F-4931-312B103A43FB}"/>
              </a:ext>
            </a:extLst>
          </p:cNvPr>
          <p:cNvGrpSpPr/>
          <p:nvPr/>
        </p:nvGrpSpPr>
        <p:grpSpPr>
          <a:xfrm>
            <a:off x="4068559" y="5531232"/>
            <a:ext cx="2993900" cy="239463"/>
            <a:chOff x="3424443" y="5391009"/>
            <a:chExt cx="2993900" cy="262256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7932236-1F72-4BD2-3BFA-0BE6D9DC80C4}"/>
                </a:ext>
              </a:extLst>
            </p:cNvPr>
            <p:cNvSpPr/>
            <p:nvPr/>
          </p:nvSpPr>
          <p:spPr>
            <a:xfrm>
              <a:off x="3424443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010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168A169-44E7-D888-4828-ACD6588F983F}"/>
                </a:ext>
              </a:extLst>
            </p:cNvPr>
            <p:cNvSpPr/>
            <p:nvPr/>
          </p:nvSpPr>
          <p:spPr>
            <a:xfrm>
              <a:off x="4537737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1234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A81B913-5391-B8F9-101D-7BD840ED9879}"/>
                </a:ext>
              </a:extLst>
            </p:cNvPr>
            <p:cNvSpPr/>
            <p:nvPr/>
          </p:nvSpPr>
          <p:spPr>
            <a:xfrm>
              <a:off x="5651031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1234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14D2AA69-78F3-43B3-611E-D4D474EFB78F}"/>
                </a:ext>
              </a:extLst>
            </p:cNvPr>
            <p:cNvSpPr/>
            <p:nvPr/>
          </p:nvSpPr>
          <p:spPr>
            <a:xfrm rot="10800000">
              <a:off x="4057764" y="5481846"/>
              <a:ext cx="119963" cy="10341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C43AD52-8126-8BA8-3DA6-C7BFDB77EC7B}"/>
              </a:ext>
            </a:extLst>
          </p:cNvPr>
          <p:cNvSpPr txBox="1"/>
          <p:nvPr/>
        </p:nvSpPr>
        <p:spPr>
          <a:xfrm>
            <a:off x="2924809" y="4427870"/>
            <a:ext cx="1080745" cy="238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/>
              <a:t>기본정보 수정</a:t>
            </a:r>
            <a:endParaRPr lang="ko-KR" altLang="en-US" sz="1100" b="1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E0B682A-4663-727D-524E-5D0D943F3C47}"/>
              </a:ext>
            </a:extLst>
          </p:cNvPr>
          <p:cNvSpPr/>
          <p:nvPr/>
        </p:nvSpPr>
        <p:spPr>
          <a:xfrm>
            <a:off x="4068559" y="6157281"/>
            <a:ext cx="2016669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12345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239D36F-7E22-785A-8279-EC609ED05670}"/>
              </a:ext>
            </a:extLst>
          </p:cNvPr>
          <p:cNvSpPr/>
          <p:nvPr/>
        </p:nvSpPr>
        <p:spPr>
          <a:xfrm>
            <a:off x="6144620" y="6150087"/>
            <a:ext cx="917840" cy="2394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주소검색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33C1B4-B3B1-874A-F2E8-00AD5BD64917}"/>
              </a:ext>
            </a:extLst>
          </p:cNvPr>
          <p:cNvSpPr/>
          <p:nvPr/>
        </p:nvSpPr>
        <p:spPr>
          <a:xfrm>
            <a:off x="4068560" y="6435526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서울시 강남구 </a:t>
            </a:r>
            <a:r>
              <a:rPr lang="ko-KR" altLang="en-US" sz="1200" dirty="0" err="1">
                <a:solidFill>
                  <a:schemeClr val="tx1"/>
                </a:solidFill>
              </a:rPr>
              <a:t>대왕판교로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F2CCD7A-1AC9-F09D-571F-A4AD6A4C414C}"/>
              </a:ext>
            </a:extLst>
          </p:cNvPr>
          <p:cNvSpPr/>
          <p:nvPr/>
        </p:nvSpPr>
        <p:spPr>
          <a:xfrm>
            <a:off x="4068560" y="6704467"/>
            <a:ext cx="2993900" cy="23946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101</a:t>
            </a:r>
            <a:r>
              <a:rPr lang="ko-KR" altLang="en-US" sz="1200" dirty="0">
                <a:solidFill>
                  <a:schemeClr val="tx1"/>
                </a:solidFill>
              </a:rPr>
              <a:t>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EA1247A-8E99-4C68-32B8-FE4D3F598878}"/>
              </a:ext>
            </a:extLst>
          </p:cNvPr>
          <p:cNvSpPr/>
          <p:nvPr/>
        </p:nvSpPr>
        <p:spPr>
          <a:xfrm>
            <a:off x="4068559" y="7070850"/>
            <a:ext cx="2993899" cy="31042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정보수정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ABC3E6-EE25-CEAF-22F2-418B90E93982}"/>
              </a:ext>
            </a:extLst>
          </p:cNvPr>
          <p:cNvSpPr txBox="1"/>
          <p:nvPr/>
        </p:nvSpPr>
        <p:spPr>
          <a:xfrm>
            <a:off x="2705466" y="5546203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휴대폰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98AE73-01C8-0CBA-F20E-93D6ED29851B}"/>
              </a:ext>
            </a:extLst>
          </p:cNvPr>
          <p:cNvSpPr txBox="1"/>
          <p:nvPr/>
        </p:nvSpPr>
        <p:spPr>
          <a:xfrm>
            <a:off x="2705466" y="5859208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981E49-E043-36DF-E155-54ABFBBCDC4F}"/>
              </a:ext>
            </a:extLst>
          </p:cNvPr>
          <p:cNvSpPr txBox="1"/>
          <p:nvPr/>
        </p:nvSpPr>
        <p:spPr>
          <a:xfrm>
            <a:off x="2705466" y="6183732"/>
            <a:ext cx="123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주소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949BFF-D163-A316-AE13-5AA62218E02D}"/>
              </a:ext>
            </a:extLst>
          </p:cNvPr>
          <p:cNvSpPr txBox="1"/>
          <p:nvPr/>
        </p:nvSpPr>
        <p:spPr>
          <a:xfrm>
            <a:off x="8183344" y="645148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회원탈퇴</a:t>
            </a:r>
          </a:p>
        </p:txBody>
      </p:sp>
      <p:sp>
        <p:nvSpPr>
          <p:cNvPr id="65" name="AutoShape 256">
            <a:extLst>
              <a:ext uri="{FF2B5EF4-FFF2-40B4-BE49-F238E27FC236}">
                <a16:creationId xmlns:a16="http://schemas.microsoft.com/office/drawing/2014/main" id="{38EBEB9F-4ECB-5DB3-FBD5-87E6898B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499" y="374655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6" name="AutoShape 256">
            <a:extLst>
              <a:ext uri="{FF2B5EF4-FFF2-40B4-BE49-F238E27FC236}">
                <a16:creationId xmlns:a16="http://schemas.microsoft.com/office/drawing/2014/main" id="{D2B780DA-372A-28B1-7701-226ACA967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648" y="700201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8" name="AutoShape 256">
            <a:extLst>
              <a:ext uri="{FF2B5EF4-FFF2-40B4-BE49-F238E27FC236}">
                <a16:creationId xmlns:a16="http://schemas.microsoft.com/office/drawing/2014/main" id="{C89A542E-0FEB-E8C3-13F9-434D4FA76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61" y="650628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EC02CF-1FEC-755C-3EA0-82E8C2F3BEBE}"/>
              </a:ext>
            </a:extLst>
          </p:cNvPr>
          <p:cNvSpPr/>
          <p:nvPr/>
        </p:nvSpPr>
        <p:spPr>
          <a:xfrm>
            <a:off x="3670684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dk1"/>
                </a:solidFill>
              </a:rPr>
              <a:t>주문내역조회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EDD1F0-0E32-DD3B-7801-E76ECAC5E576}"/>
              </a:ext>
            </a:extLst>
          </p:cNvPr>
          <p:cNvSpPr/>
          <p:nvPr/>
        </p:nvSpPr>
        <p:spPr>
          <a:xfrm>
            <a:off x="4845143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1:1</a:t>
            </a:r>
            <a:r>
              <a:rPr lang="ko-KR" altLang="en-US" sz="1000" dirty="0"/>
              <a:t>문의 내역</a:t>
            </a:r>
            <a:endParaRPr lang="en-US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0E5449-5179-38D3-EB90-24C54EBAEEA4}"/>
              </a:ext>
            </a:extLst>
          </p:cNvPr>
          <p:cNvSpPr/>
          <p:nvPr/>
        </p:nvSpPr>
        <p:spPr>
          <a:xfrm>
            <a:off x="6044769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lt1"/>
                </a:solidFill>
              </a:rPr>
              <a:t>개인정보 수정</a:t>
            </a:r>
            <a:endParaRPr lang="en-US" altLang="ko-KR" sz="1000" b="1" dirty="0">
              <a:solidFill>
                <a:schemeClr val="lt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345DAA-8091-6895-E4F3-04DC674BE972}"/>
              </a:ext>
            </a:extLst>
          </p:cNvPr>
          <p:cNvSpPr/>
          <p:nvPr/>
        </p:nvSpPr>
        <p:spPr>
          <a:xfrm>
            <a:off x="4068559" y="4729207"/>
            <a:ext cx="2993900" cy="23946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홍길동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393F657-1E8E-DEA8-4271-E4ABA413A653}"/>
              </a:ext>
            </a:extLst>
          </p:cNvPr>
          <p:cNvSpPr txBox="1"/>
          <p:nvPr/>
        </p:nvSpPr>
        <p:spPr>
          <a:xfrm>
            <a:off x="2705466" y="4743848"/>
            <a:ext cx="123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이름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4358194-AEEC-097D-F014-BB267C63D739}"/>
              </a:ext>
            </a:extLst>
          </p:cNvPr>
          <p:cNvSpPr/>
          <p:nvPr/>
        </p:nvSpPr>
        <p:spPr>
          <a:xfrm>
            <a:off x="4068559" y="4996842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㈜</a:t>
            </a:r>
            <a:r>
              <a:rPr lang="en-US" altLang="ko-KR" sz="1200" dirty="0">
                <a:solidFill>
                  <a:schemeClr val="tx1"/>
                </a:solidFill>
              </a:rPr>
              <a:t>ABC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F6CF878-939F-9868-86CA-ADB8D9EF5466}"/>
              </a:ext>
            </a:extLst>
          </p:cNvPr>
          <p:cNvSpPr txBox="1"/>
          <p:nvPr/>
        </p:nvSpPr>
        <p:spPr>
          <a:xfrm>
            <a:off x="2705466" y="5011483"/>
            <a:ext cx="123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사업자명</a:t>
            </a:r>
            <a:r>
              <a:rPr lang="en-US" altLang="ko-KR" sz="1000" dirty="0">
                <a:solidFill>
                  <a:srgbClr val="404040"/>
                </a:solidFill>
              </a:rPr>
              <a:t>*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A6867D5-7A20-0D50-D109-501BC49D045F}"/>
              </a:ext>
            </a:extLst>
          </p:cNvPr>
          <p:cNvSpPr/>
          <p:nvPr/>
        </p:nvSpPr>
        <p:spPr>
          <a:xfrm>
            <a:off x="4068559" y="5263542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123-45-67890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5EDA624-478F-79C1-6311-E34E395BFEBA}"/>
              </a:ext>
            </a:extLst>
          </p:cNvPr>
          <p:cNvSpPr txBox="1"/>
          <p:nvPr/>
        </p:nvSpPr>
        <p:spPr>
          <a:xfrm>
            <a:off x="2705466" y="5278183"/>
            <a:ext cx="12317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사업자등록번호*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3AF00A7-E650-85B4-BABE-E71065DABE10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AA4A444-56BB-0FBA-1505-D25EC080478B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8F71BF5-94BB-F98C-C5A1-65CE6685601A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6A9752E-70BE-EE94-595A-39053BC49E1F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F792DF-A582-A44B-8FD1-1FD3D68B45F9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B51C78-B1FE-E0A7-EC6B-FA1062BDDF98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CBC84C3-1F03-743D-0FD0-0B2F721CE77A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1" name="Picture 2" descr="로그인 - 무료 사람들개 아이콘">
              <a:extLst>
                <a:ext uri="{FF2B5EF4-FFF2-40B4-BE49-F238E27FC236}">
                  <a16:creationId xmlns:a16="http://schemas.microsoft.com/office/drawing/2014/main" id="{D7D1DA6B-B80B-3AA3-E4CB-85209C038A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8A8FF8DD-7755-F0BC-24A6-A399F6E9D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923C493A-5479-FBB5-11E6-6CB5E0005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3738567E-DCC9-17E3-38DE-7056B0C6D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60BBFAC-924A-EF50-F221-C0C7872DC520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5D394F-7C71-82E9-C6F3-DFFFA3A7B058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5B2D2B3-357B-DA0A-7413-7308D291B1C6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74D8D24-44E0-7E23-206F-A98B29E95E61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FF7719C-AC6B-13F4-EAE3-4227DFB5AB28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5E3562B-0F0D-C985-8548-B638F2F875B0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89B7BC85-335A-9140-2F08-0A126CCBDD99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04F174A-50B8-6B9B-2A57-40001E9D16FE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F26190C-C1D3-5902-2577-F59EA14A06FC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B30EA29-DE94-07C1-79D8-0CB69FBC5FA2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F7D3E44-38D3-7CC2-380B-274BA637CD9F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6850E1D-23F2-CDD3-B756-AA7C6EF7B26C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6C020E3-54B9-E814-AE96-902A88BF7090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0884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AEAB67-DCCD-3347-0F8A-19A1DFB74726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53DDDF2-D1B3-9046-F7ED-208392ACCBAE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9E22393-6DD1-A88F-0007-59FBAE0CFDDD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AF48695-85B6-5560-6BC8-E9B63B249989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BB11E97-6FFD-8C94-7105-A8FAE8ABD7C5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0344900-91D4-88BA-3808-9250A5640F26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13CDDB48-D519-1DA6-BE09-CC291786D56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88" name="Picture 2" descr="로그인 - 무료 사람들개 아이콘">
              <a:extLst>
                <a:ext uri="{FF2B5EF4-FFF2-40B4-BE49-F238E27FC236}">
                  <a16:creationId xmlns:a16="http://schemas.microsoft.com/office/drawing/2014/main" id="{1C524860-E626-7336-BD42-2ACD1376E3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B995D634-5F1F-6F6E-7E7A-5554CAC9D0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122694FD-F1CD-AF68-2570-9E768713B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39F61364-FFEA-E229-7EDF-0811B0F41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84883A12-A2CE-8193-4E06-DD8D2F14D64C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FF3F0B69-38E9-2AB6-B8AB-13CE579BFE36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877E074A-C7E1-2119-7DC4-2765B4CFDC34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1910E13-7D74-B57E-0437-F010FF8005A9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FAAE40E-B9D5-5CE5-CD6B-9F0C7EF1A88A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E99FE5-7449-F22A-F8FE-F3203D143F47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F17A9B2A-0690-5645-37B8-C689D32E7427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A4BB262-E0E6-3B1D-82B8-17A514B6F5BF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B1EA101-1140-E6CB-911E-1E8E8784513B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F07CACD-A1A3-ADC2-B26E-A132D80BF0BC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A7F1E2C-DB87-2C0C-4015-9D0B502C1C4A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5E85F95-4299-4D11-9E25-CB133E1275CC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199DD2B-72EB-696D-6262-8A6425A928EA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6-3-1. </a:t>
            </a:r>
            <a:r>
              <a:rPr lang="ko-KR" altLang="en-US" dirty="0"/>
              <a:t>마이페이지 </a:t>
            </a:r>
            <a:r>
              <a:rPr lang="en-US" altLang="ko-KR" dirty="0"/>
              <a:t>– </a:t>
            </a:r>
            <a:r>
              <a:rPr lang="ko-KR" altLang="en-US" dirty="0"/>
              <a:t>개인정보 수정 </a:t>
            </a:r>
            <a:r>
              <a:rPr lang="en-US" altLang="ko-KR" dirty="0"/>
              <a:t>– </a:t>
            </a:r>
            <a:r>
              <a:rPr lang="ko-KR" altLang="en-US" dirty="0"/>
              <a:t>상황 별 </a:t>
            </a:r>
            <a:r>
              <a:rPr lang="ko-KR" altLang="en-US" dirty="0" err="1"/>
              <a:t>알럿창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69220"/>
              </p:ext>
            </p:extLst>
          </p:nvPr>
        </p:nvGraphicFramePr>
        <p:xfrm>
          <a:off x="8829675" y="752260"/>
          <a:ext cx="3095625" cy="368533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 수정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비밀번호 수정 버튼 클릭 시 해당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확인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취소 적용되며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2~4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번 팝업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취소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취소 적용되지 않고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닫음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 불일치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현재 비밀번호가 틀릴 경우 해당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 확인 불일치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변경할 비밀번호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/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비밀번호 확인이 불일치할 경우 해당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비밀번호 변경 확인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항목 모두 일치하여 완료될 경우 해당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97247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회원정보 수정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정보 수정 버튼 클릭 시 해당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확인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취소 적용되며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번 팝업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취소 클릭 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취소 적용되지 않고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알럿창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닫음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정보입력 오류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알럿창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필수 항목이 공란일 경우 해당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마이페이지</a:t>
            </a:r>
            <a:endParaRPr lang="it-IT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AFA21-B9E3-AD12-5352-8864EC2B6209}"/>
              </a:ext>
            </a:extLst>
          </p:cNvPr>
          <p:cNvSpPr/>
          <p:nvPr/>
        </p:nvSpPr>
        <p:spPr>
          <a:xfrm>
            <a:off x="300516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dk1"/>
                </a:solidFill>
              </a:rPr>
              <a:t>장바구니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256EF8-65A5-2B25-1578-DA40B5B6D586}"/>
              </a:ext>
            </a:extLst>
          </p:cNvPr>
          <p:cNvSpPr/>
          <p:nvPr/>
        </p:nvSpPr>
        <p:spPr>
          <a:xfrm>
            <a:off x="4246139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주문내역조회</a:t>
            </a:r>
            <a:endParaRPr lang="en-US" altLang="ko-KR" sz="16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59EBF-88F7-A339-475A-FDAD7727B77E}"/>
              </a:ext>
            </a:extLst>
          </p:cNvPr>
          <p:cNvSpPr/>
          <p:nvPr/>
        </p:nvSpPr>
        <p:spPr>
          <a:xfrm>
            <a:off x="5420598" y="1892028"/>
            <a:ext cx="1095445" cy="242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1:1</a:t>
            </a:r>
            <a:r>
              <a:rPr lang="ko-KR" altLang="en-US" sz="1000">
                <a:solidFill>
                  <a:schemeClr val="dk1"/>
                </a:solidFill>
              </a:rPr>
              <a:t>문의 내역</a:t>
            </a:r>
            <a:endParaRPr lang="en-US" altLang="ko-KR" sz="1000" dirty="0">
              <a:solidFill>
                <a:schemeClr val="dk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4A668E-1B8E-E3F8-65F8-1221E4578BA2}"/>
              </a:ext>
            </a:extLst>
          </p:cNvPr>
          <p:cNvSpPr/>
          <p:nvPr/>
        </p:nvSpPr>
        <p:spPr>
          <a:xfrm>
            <a:off x="6620224" y="1892028"/>
            <a:ext cx="1095445" cy="24253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lt1"/>
                </a:solidFill>
              </a:rPr>
              <a:t>개인정보 수정</a:t>
            </a:r>
            <a:endParaRPr lang="en-US" altLang="ko-KR" sz="1000" dirty="0">
              <a:solidFill>
                <a:schemeClr val="lt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BCFE4-3BFF-865E-A27C-A7D2C39C3C4A}"/>
              </a:ext>
            </a:extLst>
          </p:cNvPr>
          <p:cNvSpPr txBox="1"/>
          <p:nvPr/>
        </p:nvSpPr>
        <p:spPr>
          <a:xfrm>
            <a:off x="4071723" y="3998481"/>
            <a:ext cx="36439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비밀번호는 영문</a:t>
            </a:r>
            <a:r>
              <a:rPr lang="en-US" altLang="ko-KR" sz="800" dirty="0"/>
              <a:t>, </a:t>
            </a:r>
            <a:r>
              <a:rPr lang="ko-KR" altLang="en-US" sz="800" dirty="0"/>
              <a:t>숫자</a:t>
            </a:r>
            <a:r>
              <a:rPr lang="en-US" altLang="ko-KR" sz="800" dirty="0"/>
              <a:t>, </a:t>
            </a:r>
            <a:r>
              <a:rPr lang="ko-KR" altLang="en-US" sz="800" dirty="0"/>
              <a:t>특수문자를 포함하여 </a:t>
            </a:r>
            <a:r>
              <a:rPr lang="en-US" altLang="ko-KR" sz="800" dirty="0"/>
              <a:t>8</a:t>
            </a:r>
            <a:r>
              <a:rPr lang="ko-KR" altLang="en-US" sz="800" dirty="0"/>
              <a:t>자리 이상으로 등록해주세요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BCA3C1-FED4-10F8-300C-9E0760BCF594}"/>
              </a:ext>
            </a:extLst>
          </p:cNvPr>
          <p:cNvSpPr txBox="1"/>
          <p:nvPr/>
        </p:nvSpPr>
        <p:spPr>
          <a:xfrm>
            <a:off x="2581276" y="3438285"/>
            <a:ext cx="13559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변경 비밀번호 확인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920231-DEF0-2F01-0035-3CAF88236E87}"/>
              </a:ext>
            </a:extLst>
          </p:cNvPr>
          <p:cNvSpPr/>
          <p:nvPr/>
        </p:nvSpPr>
        <p:spPr>
          <a:xfrm>
            <a:off x="4116424" y="2830963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160C4B-D237-98D9-5869-3CBCCF2D6B4E}"/>
              </a:ext>
            </a:extLst>
          </p:cNvPr>
          <p:cNvSpPr/>
          <p:nvPr/>
        </p:nvSpPr>
        <p:spPr>
          <a:xfrm>
            <a:off x="4116424" y="3129711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1E4B62-B9E6-E902-4799-FF7BBAEC076C}"/>
              </a:ext>
            </a:extLst>
          </p:cNvPr>
          <p:cNvSpPr txBox="1"/>
          <p:nvPr/>
        </p:nvSpPr>
        <p:spPr>
          <a:xfrm>
            <a:off x="2940719" y="2315784"/>
            <a:ext cx="1080745" cy="238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비밀번호 수정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A181A82-A91B-3BA1-0954-2BFFB2A6820B}"/>
              </a:ext>
            </a:extLst>
          </p:cNvPr>
          <p:cNvSpPr/>
          <p:nvPr/>
        </p:nvSpPr>
        <p:spPr>
          <a:xfrm>
            <a:off x="4109229" y="3690441"/>
            <a:ext cx="3012136" cy="25743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수정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5E286-E017-14BA-2772-540A2D241792}"/>
              </a:ext>
            </a:extLst>
          </p:cNvPr>
          <p:cNvSpPr txBox="1"/>
          <p:nvPr/>
        </p:nvSpPr>
        <p:spPr>
          <a:xfrm>
            <a:off x="2940718" y="2538861"/>
            <a:ext cx="996493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아이디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1EB1D-27C5-12B9-408B-FAB337D9F275}"/>
              </a:ext>
            </a:extLst>
          </p:cNvPr>
          <p:cNvSpPr txBox="1"/>
          <p:nvPr/>
        </p:nvSpPr>
        <p:spPr>
          <a:xfrm>
            <a:off x="4114551" y="2538861"/>
            <a:ext cx="996493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test12345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F8F64A-C9C3-7D64-C215-75B131B6C497}"/>
              </a:ext>
            </a:extLst>
          </p:cNvPr>
          <p:cNvSpPr txBox="1"/>
          <p:nvPr/>
        </p:nvSpPr>
        <p:spPr>
          <a:xfrm>
            <a:off x="2705466" y="2834770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현재 비밀번호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D27166-9298-C5D2-59B3-1083B670FE36}"/>
              </a:ext>
            </a:extLst>
          </p:cNvPr>
          <p:cNvSpPr txBox="1"/>
          <p:nvPr/>
        </p:nvSpPr>
        <p:spPr>
          <a:xfrm>
            <a:off x="2705466" y="3148350"/>
            <a:ext cx="1231745" cy="2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변경 비밀번호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5DAE28-CA95-2FFB-7327-6B3FEEED44C4}"/>
              </a:ext>
            </a:extLst>
          </p:cNvPr>
          <p:cNvSpPr/>
          <p:nvPr/>
        </p:nvSpPr>
        <p:spPr>
          <a:xfrm>
            <a:off x="4116424" y="3424653"/>
            <a:ext cx="2993901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CD93CE4-F02E-1A27-E1C6-8ACC67DF6FD5}"/>
              </a:ext>
            </a:extLst>
          </p:cNvPr>
          <p:cNvSpPr/>
          <p:nvPr/>
        </p:nvSpPr>
        <p:spPr>
          <a:xfrm>
            <a:off x="4068559" y="5118758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abc@co.kr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74E60D2-F1AF-182F-4931-312B103A43FB}"/>
              </a:ext>
            </a:extLst>
          </p:cNvPr>
          <p:cNvGrpSpPr/>
          <p:nvPr/>
        </p:nvGrpSpPr>
        <p:grpSpPr>
          <a:xfrm>
            <a:off x="4068559" y="4805423"/>
            <a:ext cx="2993900" cy="239463"/>
            <a:chOff x="3424443" y="5391009"/>
            <a:chExt cx="2993900" cy="262256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7932236-1F72-4BD2-3BFA-0BE6D9DC80C4}"/>
                </a:ext>
              </a:extLst>
            </p:cNvPr>
            <p:cNvSpPr/>
            <p:nvPr/>
          </p:nvSpPr>
          <p:spPr>
            <a:xfrm>
              <a:off x="3424443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010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168A169-44E7-D888-4828-ACD6588F983F}"/>
                </a:ext>
              </a:extLst>
            </p:cNvPr>
            <p:cNvSpPr/>
            <p:nvPr/>
          </p:nvSpPr>
          <p:spPr>
            <a:xfrm>
              <a:off x="4537737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1234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A81B913-5391-B8F9-101D-7BD840ED9879}"/>
                </a:ext>
              </a:extLst>
            </p:cNvPr>
            <p:cNvSpPr/>
            <p:nvPr/>
          </p:nvSpPr>
          <p:spPr>
            <a:xfrm>
              <a:off x="5651031" y="5391009"/>
              <a:ext cx="767312" cy="262256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1234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14D2AA69-78F3-43B3-611E-D4D474EFB78F}"/>
                </a:ext>
              </a:extLst>
            </p:cNvPr>
            <p:cNvSpPr/>
            <p:nvPr/>
          </p:nvSpPr>
          <p:spPr>
            <a:xfrm rot="10800000">
              <a:off x="4057764" y="5481846"/>
              <a:ext cx="119963" cy="103416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C43AD52-8126-8BA8-3DA6-C7BFDB77EC7B}"/>
              </a:ext>
            </a:extLst>
          </p:cNvPr>
          <p:cNvSpPr txBox="1"/>
          <p:nvPr/>
        </p:nvSpPr>
        <p:spPr>
          <a:xfrm>
            <a:off x="2924809" y="4427870"/>
            <a:ext cx="1080745" cy="238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/>
              <a:t>기본정보 수정</a:t>
            </a:r>
            <a:endParaRPr lang="ko-KR" altLang="en-US" sz="1100" b="1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E0B682A-4663-727D-524E-5D0D943F3C47}"/>
              </a:ext>
            </a:extLst>
          </p:cNvPr>
          <p:cNvSpPr/>
          <p:nvPr/>
        </p:nvSpPr>
        <p:spPr>
          <a:xfrm>
            <a:off x="4068559" y="5431472"/>
            <a:ext cx="2016669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12345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239D36F-7E22-785A-8279-EC609ED05670}"/>
              </a:ext>
            </a:extLst>
          </p:cNvPr>
          <p:cNvSpPr/>
          <p:nvPr/>
        </p:nvSpPr>
        <p:spPr>
          <a:xfrm>
            <a:off x="6144620" y="5424278"/>
            <a:ext cx="917840" cy="23946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주소검색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33C1B4-B3B1-874A-F2E8-00AD5BD64917}"/>
              </a:ext>
            </a:extLst>
          </p:cNvPr>
          <p:cNvSpPr/>
          <p:nvPr/>
        </p:nvSpPr>
        <p:spPr>
          <a:xfrm>
            <a:off x="4068560" y="5709717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서울시 강남구 </a:t>
            </a:r>
            <a:r>
              <a:rPr lang="ko-KR" altLang="en-US" sz="1200" dirty="0" err="1">
                <a:solidFill>
                  <a:schemeClr val="tx1"/>
                </a:solidFill>
              </a:rPr>
              <a:t>대왕판교로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F2CCD7A-1AC9-F09D-571F-A4AD6A4C414C}"/>
              </a:ext>
            </a:extLst>
          </p:cNvPr>
          <p:cNvSpPr/>
          <p:nvPr/>
        </p:nvSpPr>
        <p:spPr>
          <a:xfrm>
            <a:off x="4068560" y="5978658"/>
            <a:ext cx="2993900" cy="23946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101</a:t>
            </a:r>
            <a:r>
              <a:rPr lang="ko-KR" altLang="en-US" sz="1200" dirty="0">
                <a:solidFill>
                  <a:schemeClr val="tx1"/>
                </a:solidFill>
              </a:rPr>
              <a:t>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EA1247A-8E99-4C68-32B8-FE4D3F598878}"/>
              </a:ext>
            </a:extLst>
          </p:cNvPr>
          <p:cNvSpPr/>
          <p:nvPr/>
        </p:nvSpPr>
        <p:spPr>
          <a:xfrm>
            <a:off x="4068559" y="6345041"/>
            <a:ext cx="2993899" cy="31042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정보수정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ABC3E6-EE25-CEAF-22F2-418B90E93982}"/>
              </a:ext>
            </a:extLst>
          </p:cNvPr>
          <p:cNvSpPr txBox="1"/>
          <p:nvPr/>
        </p:nvSpPr>
        <p:spPr>
          <a:xfrm>
            <a:off x="2705466" y="4820394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휴대폰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98AE73-01C8-0CBA-F20E-93D6ED29851B}"/>
              </a:ext>
            </a:extLst>
          </p:cNvPr>
          <p:cNvSpPr txBox="1"/>
          <p:nvPr/>
        </p:nvSpPr>
        <p:spPr>
          <a:xfrm>
            <a:off x="2705466" y="5133399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*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981E49-E043-36DF-E155-54ABFBBCDC4F}"/>
              </a:ext>
            </a:extLst>
          </p:cNvPr>
          <p:cNvSpPr txBox="1"/>
          <p:nvPr/>
        </p:nvSpPr>
        <p:spPr>
          <a:xfrm>
            <a:off x="2705466" y="5457923"/>
            <a:ext cx="1231745" cy="22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ko-KR" altLang="en-US" sz="1000" kern="12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주소</a:t>
            </a:r>
            <a:endParaRPr lang="en-US" altLang="ko-KR" sz="1000" kern="1200" dirty="0">
              <a:solidFill>
                <a:srgbClr val="40404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949BFF-D163-A316-AE13-5AA62218E02D}"/>
              </a:ext>
            </a:extLst>
          </p:cNvPr>
          <p:cNvSpPr txBox="1"/>
          <p:nvPr/>
        </p:nvSpPr>
        <p:spPr>
          <a:xfrm>
            <a:off x="8183344" y="645148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회원탈퇴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38DBEC-3588-A1B9-3A83-6BBD13E6C234}"/>
              </a:ext>
            </a:extLst>
          </p:cNvPr>
          <p:cNvSpPr/>
          <p:nvPr/>
        </p:nvSpPr>
        <p:spPr>
          <a:xfrm>
            <a:off x="243840" y="733474"/>
            <a:ext cx="8509635" cy="5954709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9EFBD7D-91C2-66BB-55BF-1EA40BBA54F3}"/>
              </a:ext>
            </a:extLst>
          </p:cNvPr>
          <p:cNvGrpSpPr/>
          <p:nvPr/>
        </p:nvGrpSpPr>
        <p:grpSpPr>
          <a:xfrm>
            <a:off x="1030705" y="1436229"/>
            <a:ext cx="3349522" cy="1074834"/>
            <a:chOff x="3013351" y="1047757"/>
            <a:chExt cx="3349522" cy="107483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D1B6680-3693-51EE-FA50-EAD11467C9AE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7EE0A-7F74-30A0-D4E0-E204286B4085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x</a:t>
              </a:r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7565643-1BEA-1896-4145-5A09DE34D6CA}"/>
                </a:ext>
              </a:extLst>
            </p:cNvPr>
            <p:cNvSpPr/>
            <p:nvPr/>
          </p:nvSpPr>
          <p:spPr>
            <a:xfrm>
              <a:off x="4748582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취소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3674E4-842D-5874-3038-41B00E8E7A45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비밀번호를 </a:t>
              </a:r>
              <a:r>
                <a:rPr lang="ko-KR" altLang="en-US" sz="900" dirty="0" err="1"/>
                <a:t>수정하시겠습니까</a:t>
              </a:r>
              <a:r>
                <a:rPr lang="en-US" altLang="ko-KR" sz="900"/>
                <a:t>?</a:t>
              </a:r>
              <a:endParaRPr lang="ko-KR" altLang="en-US" sz="900" dirty="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92D6D0F7-E86C-549F-05AF-58EDD9B3F0E6}"/>
                </a:ext>
              </a:extLst>
            </p:cNvPr>
            <p:cNvSpPr/>
            <p:nvPr/>
          </p:nvSpPr>
          <p:spPr>
            <a:xfrm>
              <a:off x="3843600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</a:t>
              </a:r>
            </a:p>
          </p:txBody>
        </p:sp>
      </p:grpSp>
      <p:sp>
        <p:nvSpPr>
          <p:cNvPr id="22" name="AutoShape 256">
            <a:extLst>
              <a:ext uri="{FF2B5EF4-FFF2-40B4-BE49-F238E27FC236}">
                <a16:creationId xmlns:a16="http://schemas.microsoft.com/office/drawing/2014/main" id="{B5CEA052-3BEE-000F-3310-F3C265FF4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505" y="138560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09661A9-7399-B604-7590-006DC556B078}"/>
              </a:ext>
            </a:extLst>
          </p:cNvPr>
          <p:cNvGrpSpPr/>
          <p:nvPr/>
        </p:nvGrpSpPr>
        <p:grpSpPr>
          <a:xfrm>
            <a:off x="4685139" y="1446554"/>
            <a:ext cx="3349522" cy="1074834"/>
            <a:chOff x="3013351" y="1047757"/>
            <a:chExt cx="3349522" cy="1074834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391F7AD-6F16-E572-BB08-4FF4B4A214B5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6F594BD-DF38-945B-74F2-07434FBEA7EF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A1C88B9-FD62-6F5E-444B-7CD6A1508133}"/>
                </a:ext>
              </a:extLst>
            </p:cNvPr>
            <p:cNvSpPr/>
            <p:nvPr/>
          </p:nvSpPr>
          <p:spPr>
            <a:xfrm>
              <a:off x="475480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취소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5AFB2DF-CDC7-CB9F-EAF7-7B69D418BD55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회원 정보를 </a:t>
              </a:r>
              <a:r>
                <a:rPr lang="ko-KR" altLang="en-US" sz="900" dirty="0" err="1"/>
                <a:t>수정하시겠습니까</a:t>
              </a:r>
              <a:r>
                <a:rPr lang="en-US" altLang="ko-KR" sz="900" dirty="0"/>
                <a:t>?</a:t>
              </a:r>
              <a:endParaRPr lang="ko-KR" altLang="en-US" sz="900" dirty="0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3F692ECC-C307-E71D-8A33-4D4C8EC402BB}"/>
                </a:ext>
              </a:extLst>
            </p:cNvPr>
            <p:cNvSpPr/>
            <p:nvPr/>
          </p:nvSpPr>
          <p:spPr>
            <a:xfrm>
              <a:off x="3783122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</a:t>
              </a:r>
            </a:p>
          </p:txBody>
        </p:sp>
      </p:grpSp>
      <p:sp>
        <p:nvSpPr>
          <p:cNvPr id="70" name="AutoShape 256">
            <a:extLst>
              <a:ext uri="{FF2B5EF4-FFF2-40B4-BE49-F238E27FC236}">
                <a16:creationId xmlns:a16="http://schemas.microsoft.com/office/drawing/2014/main" id="{ADB1E20D-12B3-6247-AE6A-09AD5B79F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455" y="1385609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F456FCB-576E-ACE8-3D4D-AE69F17C65AC}"/>
              </a:ext>
            </a:extLst>
          </p:cNvPr>
          <p:cNvGrpSpPr/>
          <p:nvPr/>
        </p:nvGrpSpPr>
        <p:grpSpPr>
          <a:xfrm>
            <a:off x="1030705" y="3097214"/>
            <a:ext cx="3349522" cy="1074834"/>
            <a:chOff x="3013351" y="1047757"/>
            <a:chExt cx="3349522" cy="1074834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546BE0E-64F9-CA94-FFF6-D8A95C71C883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758A234-F364-2FC6-F5A6-88916BBFDC04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C3E1327-1AE9-EC20-AF44-EF5D7B843626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EEE00CA-A717-341A-7C58-5804113DDFCB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비밀번호가 일치하지 않습니다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0BD5DDF-F681-5DA0-B52C-FFBB9C250B2F}"/>
              </a:ext>
            </a:extLst>
          </p:cNvPr>
          <p:cNvGrpSpPr/>
          <p:nvPr/>
        </p:nvGrpSpPr>
        <p:grpSpPr>
          <a:xfrm>
            <a:off x="1030705" y="4303692"/>
            <a:ext cx="3349522" cy="1074834"/>
            <a:chOff x="3013351" y="1047757"/>
            <a:chExt cx="3349522" cy="1074834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85A5271D-FCEB-C9F6-4E3E-55E9829086CE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922EE79-F11C-5812-7881-A1DEECC7A845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66B8289-E716-4185-64CA-1936C9B5AF2B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EB30089-8F9B-05DC-3EE2-45876370782D}"/>
                </a:ext>
              </a:extLst>
            </p:cNvPr>
            <p:cNvSpPr txBox="1"/>
            <p:nvPr/>
          </p:nvSpPr>
          <p:spPr>
            <a:xfrm>
              <a:off x="3147439" y="1393968"/>
              <a:ext cx="30813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변경할 비밀번호와 비밀번호 확인이 일치하지 않습니다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BE1ED819-1C16-18F1-98C5-90D207253B41}"/>
              </a:ext>
            </a:extLst>
          </p:cNvPr>
          <p:cNvGrpSpPr/>
          <p:nvPr/>
        </p:nvGrpSpPr>
        <p:grpSpPr>
          <a:xfrm>
            <a:off x="1030705" y="5556918"/>
            <a:ext cx="3349522" cy="1074834"/>
            <a:chOff x="3013351" y="1047757"/>
            <a:chExt cx="3349522" cy="1074834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A8A2AA3-EEDF-A445-DC0E-8E2DA2D0C18B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45055FD-791B-BA08-876E-7549A268AE3A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ECD2E7-DFBD-B5FC-8C16-9AF13923AA6F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C3586D4-246C-3F75-41A6-F5ECA1DD00EA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비밀번호가 변경되었습니다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7DBF9CC6-183C-8E22-34DE-E361E6D87880}"/>
              </a:ext>
            </a:extLst>
          </p:cNvPr>
          <p:cNvGrpSpPr/>
          <p:nvPr/>
        </p:nvGrpSpPr>
        <p:grpSpPr>
          <a:xfrm>
            <a:off x="4685139" y="3097214"/>
            <a:ext cx="3349522" cy="1074834"/>
            <a:chOff x="3013351" y="1047757"/>
            <a:chExt cx="3349522" cy="1074834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2F1DBD45-52BB-CE5E-755B-23E8E08B0DBF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C9F12EC-D8DB-58C4-2DAF-CA213C18063D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F8EE8D2-4D13-3467-5D98-DA50E0F692BC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75D9C17-22F1-7F79-BE94-D031CBB78CF2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[</a:t>
              </a:r>
              <a:r>
                <a:rPr lang="ko-KR" altLang="en-US" sz="900" dirty="0"/>
                <a:t>이메일</a:t>
              </a:r>
              <a:r>
                <a:rPr lang="en-US" altLang="ko-KR" sz="900" dirty="0"/>
                <a:t>]</a:t>
              </a:r>
              <a:r>
                <a:rPr lang="ko-KR" altLang="en-US" sz="900" dirty="0"/>
                <a:t>을 입력하여 주세요</a:t>
              </a:r>
            </a:p>
          </p:txBody>
        </p:sp>
      </p:grpSp>
      <p:sp>
        <p:nvSpPr>
          <p:cNvPr id="101" name="AutoShape 256">
            <a:extLst>
              <a:ext uri="{FF2B5EF4-FFF2-40B4-BE49-F238E27FC236}">
                <a16:creationId xmlns:a16="http://schemas.microsoft.com/office/drawing/2014/main" id="{FB6AF381-F2E3-7631-3167-93BEDC69D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505" y="3065093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2" name="AutoShape 256">
            <a:extLst>
              <a:ext uri="{FF2B5EF4-FFF2-40B4-BE49-F238E27FC236}">
                <a16:creationId xmlns:a16="http://schemas.microsoft.com/office/drawing/2014/main" id="{6C4550A1-730B-F9DF-68E8-7E720CF85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505" y="4245160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3" name="AutoShape 256">
            <a:extLst>
              <a:ext uri="{FF2B5EF4-FFF2-40B4-BE49-F238E27FC236}">
                <a16:creationId xmlns:a16="http://schemas.microsoft.com/office/drawing/2014/main" id="{623737FD-193A-7D77-0956-DC73EEE57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505" y="5497506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4" name="AutoShape 256">
            <a:extLst>
              <a:ext uri="{FF2B5EF4-FFF2-40B4-BE49-F238E27FC236}">
                <a16:creationId xmlns:a16="http://schemas.microsoft.com/office/drawing/2014/main" id="{621EE619-A1DC-1E9F-34FC-F8FDA5A90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455" y="305513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3F09050-EE7C-A9E4-2309-23AC50A4A3C0}"/>
              </a:ext>
            </a:extLst>
          </p:cNvPr>
          <p:cNvSpPr txBox="1"/>
          <p:nvPr/>
        </p:nvSpPr>
        <p:spPr>
          <a:xfrm>
            <a:off x="2213627" y="1073812"/>
            <a:ext cx="10807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비밀번호 수정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14DEC99-8FC1-82E1-0F14-60D031A3CE4D}"/>
              </a:ext>
            </a:extLst>
          </p:cNvPr>
          <p:cNvSpPr txBox="1"/>
          <p:nvPr/>
        </p:nvSpPr>
        <p:spPr>
          <a:xfrm>
            <a:off x="5819526" y="1073812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회원정보 수정</a:t>
            </a:r>
          </a:p>
        </p:txBody>
      </p:sp>
    </p:spTree>
    <p:extLst>
      <p:ext uri="{BB962C8B-B14F-4D97-AF65-F5344CB8AC3E}">
        <p14:creationId xmlns:p14="http://schemas.microsoft.com/office/powerpoint/2010/main" val="16703420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735787"/>
              </p:ext>
            </p:extLst>
          </p:nvPr>
        </p:nvGraphicFramePr>
        <p:xfrm>
          <a:off x="8829675" y="752260"/>
          <a:ext cx="3095625" cy="4958872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회원탈퇴 페이지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탈퇴 공지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탈퇴 사유 선택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제공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탈퇴 안내 공지 영역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탈퇴 안내 원고 전달주세요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기존에 사용하던 양식이 있으시면 동일하게 적용하셔도 됩니다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탈퇴사유 선택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드롭박스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 - ID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변경 등 재가입을 위해</a:t>
                      </a: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다른 플랫폼 이용</a:t>
                      </a: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원하시는 사유를 지정해주시면 모두 등록 가능합니다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취소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이전 화면으로 이동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(6-3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회원탈퇴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클릭 시 회원 탈퇴 되며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메인페이지로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( 0-1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*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회원 탈퇴 시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탈퇴한 아이디는 별도로 저장하며 해당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ID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로는 재가입 불가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나머지 회원정보는 영구 삭제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*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탈퇴한 아이디 재가입 불가한 이유는</a:t>
                      </a:r>
                      <a:endParaRPr lang="en-US" altLang="ko-KR" sz="8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ID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는 회원정보 뿐만이 아니라 관리자의 제품 구매 내역에도 기준이 될 수 있습니다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탈퇴한 회원의 식별가능한 개인정보는 모두 삭제하지만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삭제된 회원이 구매하였던 매출 내역까지 삭제하지 않으며 매출 내역 및 모든 데이터 정보를 논리적으로 구분하기 위해서는 탈퇴한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ID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를 재가입 시킬 수 없습니다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AB9F9C-DAF8-1303-825D-98AEC6EF3170}"/>
              </a:ext>
            </a:extLst>
          </p:cNvPr>
          <p:cNvSpPr/>
          <p:nvPr/>
        </p:nvSpPr>
        <p:spPr>
          <a:xfrm>
            <a:off x="2547121" y="2420726"/>
            <a:ext cx="6022113" cy="2535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8D27DC-CF6B-4223-F694-9C1C74B776B3}"/>
              </a:ext>
            </a:extLst>
          </p:cNvPr>
          <p:cNvSpPr txBox="1"/>
          <p:nvPr/>
        </p:nvSpPr>
        <p:spPr>
          <a:xfrm>
            <a:off x="4246139" y="2845520"/>
            <a:ext cx="2746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회원탈퇴 전에 꼭 확인해주세요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3180F2-FC9F-23AE-06E9-A646B3F42E3F}"/>
              </a:ext>
            </a:extLst>
          </p:cNvPr>
          <p:cNvSpPr/>
          <p:nvPr/>
        </p:nvSpPr>
        <p:spPr>
          <a:xfrm>
            <a:off x="5792222" y="5662837"/>
            <a:ext cx="1361150" cy="3399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회원 탈퇴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1902BE-D779-32AB-2091-FED9138ACE10}"/>
              </a:ext>
            </a:extLst>
          </p:cNvPr>
          <p:cNvSpPr/>
          <p:nvPr/>
        </p:nvSpPr>
        <p:spPr>
          <a:xfrm>
            <a:off x="4661635" y="5186175"/>
            <a:ext cx="2993901" cy="262256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</a:t>
            </a:r>
            <a:r>
              <a:rPr lang="ko-KR" altLang="en-US" sz="1000" dirty="0">
                <a:solidFill>
                  <a:srgbClr val="FF0000"/>
                </a:solidFill>
              </a:rPr>
              <a:t>변경 등 재가입을 위해</a:t>
            </a: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697B44AD-8841-25F7-A0FC-D18C70ACB601}"/>
              </a:ext>
            </a:extLst>
          </p:cNvPr>
          <p:cNvSpPr/>
          <p:nvPr/>
        </p:nvSpPr>
        <p:spPr>
          <a:xfrm rot="10800000">
            <a:off x="7464978" y="5265831"/>
            <a:ext cx="119963" cy="10341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586BD9-8A24-C30A-1FD5-09D6B4A8DB44}"/>
              </a:ext>
            </a:extLst>
          </p:cNvPr>
          <p:cNvSpPr txBox="1"/>
          <p:nvPr/>
        </p:nvSpPr>
        <p:spPr>
          <a:xfrm>
            <a:off x="3781572" y="5180792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/>
              <a:t>탈퇴 사유</a:t>
            </a:r>
            <a:endParaRPr lang="ko-KR" altLang="en-US" sz="10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DD8DD3-98E0-8E31-B2E7-C27F222E6450}"/>
              </a:ext>
            </a:extLst>
          </p:cNvPr>
          <p:cNvSpPr txBox="1"/>
          <p:nvPr/>
        </p:nvSpPr>
        <p:spPr>
          <a:xfrm>
            <a:off x="4815303" y="1785107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회원탈퇴</a:t>
            </a:r>
            <a:endParaRPr lang="it-IT" altLang="ko-KR" sz="1400" dirty="0"/>
          </a:p>
        </p:txBody>
      </p:sp>
      <p:sp>
        <p:nvSpPr>
          <p:cNvPr id="57" name="AutoShape 256">
            <a:extLst>
              <a:ext uri="{FF2B5EF4-FFF2-40B4-BE49-F238E27FC236}">
                <a16:creationId xmlns:a16="http://schemas.microsoft.com/office/drawing/2014/main" id="{B659B957-C8A4-85BE-CADE-7BC266B8F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1974" y="234981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60" name="AutoShape 256">
            <a:extLst>
              <a:ext uri="{FF2B5EF4-FFF2-40B4-BE49-F238E27FC236}">
                <a16:creationId xmlns:a16="http://schemas.microsoft.com/office/drawing/2014/main" id="{B56E655A-5AD1-A6F0-1F73-654CA4762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587" y="5208931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6A23D26-74BB-BF0F-6D2D-5CE0406017C9}"/>
              </a:ext>
            </a:extLst>
          </p:cNvPr>
          <p:cNvSpPr/>
          <p:nvPr/>
        </p:nvSpPr>
        <p:spPr>
          <a:xfrm>
            <a:off x="4317713" y="5662837"/>
            <a:ext cx="1361150" cy="339969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취소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284F75-C946-0FAE-C2AF-C5B41166CBE4}"/>
              </a:ext>
            </a:extLst>
          </p:cNvPr>
          <p:cNvSpPr txBox="1"/>
          <p:nvPr/>
        </p:nvSpPr>
        <p:spPr>
          <a:xfrm>
            <a:off x="3729377" y="3719426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sym typeface="Wingdings" pitchFamily="2" charset="2"/>
              </a:rPr>
              <a:t>회원탈퇴 안내 사항 영역</a:t>
            </a:r>
            <a:endParaRPr lang="en-US" altLang="ko-KR" sz="1050" baseline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71" name="텍스트 개체 틀 6">
            <a:extLst>
              <a:ext uri="{FF2B5EF4-FFF2-40B4-BE49-F238E27FC236}">
                <a16:creationId xmlns:a16="http://schemas.microsoft.com/office/drawing/2014/main" id="{501D8838-D072-4561-C635-879BF4C1DEC5}"/>
              </a:ext>
            </a:extLst>
          </p:cNvPr>
          <p:cNvSpPr txBox="1">
            <a:spLocks/>
          </p:cNvSpPr>
          <p:nvPr/>
        </p:nvSpPr>
        <p:spPr>
          <a:xfrm>
            <a:off x="7461122" y="291104"/>
            <a:ext cx="4608958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6-4. </a:t>
            </a:r>
            <a:r>
              <a:rPr lang="ko-KR" altLang="en-US" dirty="0"/>
              <a:t>마이페이지 </a:t>
            </a:r>
            <a:r>
              <a:rPr lang="en-US" altLang="ko-KR" dirty="0"/>
              <a:t>–</a:t>
            </a:r>
            <a:r>
              <a:rPr lang="ko-KR" altLang="en-US" dirty="0"/>
              <a:t>회원탈퇴</a:t>
            </a:r>
          </a:p>
        </p:txBody>
      </p:sp>
      <p:sp>
        <p:nvSpPr>
          <p:cNvPr id="72" name="AutoShape 256">
            <a:extLst>
              <a:ext uri="{FF2B5EF4-FFF2-40B4-BE49-F238E27FC236}">
                <a16:creationId xmlns:a16="http://schemas.microsoft.com/office/drawing/2014/main" id="{F880BF1B-A831-9FFF-0B0D-6EE7C36FF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139" y="563447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73" name="AutoShape 256">
            <a:extLst>
              <a:ext uri="{FF2B5EF4-FFF2-40B4-BE49-F238E27FC236}">
                <a16:creationId xmlns:a16="http://schemas.microsoft.com/office/drawing/2014/main" id="{CD52A203-668B-DE8B-46FE-D0F8D55FF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407" y="563447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70CD179-1B68-CAFA-71BD-6DB3015A9A99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B34E30-1E37-CCFD-7F5D-DCEF81EF4868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C84F1B-11A4-0911-2A09-B273F4542A03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646A42-B215-A37F-8B52-BE65BF74FD66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C547E3-4CE7-8BB5-DFE9-881E2DD11BF6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129670-97CE-BA87-C25B-AFD1D1B24413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7A65432-A26F-EFC6-4A0E-51774B09CF0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6" name="Picture 2" descr="로그인 - 무료 사람들개 아이콘">
              <a:extLst>
                <a:ext uri="{FF2B5EF4-FFF2-40B4-BE49-F238E27FC236}">
                  <a16:creationId xmlns:a16="http://schemas.microsoft.com/office/drawing/2014/main" id="{2E68C6F5-1644-2ADA-E7CF-94878DB05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DF516BE3-BC04-7583-02BC-6AE0E22D0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28705C7-283C-414E-018A-EE6C24E49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020AFBA-A648-142E-DED1-F28E0B794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83FF5C1-2712-2DE3-9329-6CA0CCDC9051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A820AAAF-D9CF-CBB5-BE53-F7D6C412F74D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3B7441BA-A172-9BDD-11A4-9F25757AAB36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07CD5AD-EDE6-0EB4-4DB5-7473FFA0A043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E0CB38-C21D-03A4-6E53-56E2378F203E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cart</a:t>
              </a:r>
              <a:endParaRPr lang="ko-KR" altLang="en-US" sz="10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7B8A5A9-4100-26A2-2922-E8C32BB288BE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D383F9C-FCCE-D895-3DBC-96190EA1372F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721301-115E-6405-86A4-DC7122737A14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172721F-D42F-9690-9BC6-1F3ECEAD23E5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11CA40E-5CC9-FDE3-B3C0-F2EE0F0D6306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93AA548-B96C-B02C-E019-306DEAE972B8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6C40B7A-407D-2C0B-553F-C6A0A02B86F3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55C5B4-000F-3414-CFEB-9817A5E63338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44411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장바구니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871430"/>
              </p:ext>
            </p:extLst>
          </p:nvPr>
        </p:nvGraphicFramePr>
        <p:xfrm>
          <a:off x="8829675" y="752260"/>
          <a:ext cx="3095625" cy="344834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장바구니 페이지 화면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마이페이지 직접 접속 시 장바구니 영역이 디폴트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 상품 선택 후 구매 가능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 체크박스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체크박스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선택안함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상태가 기본값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체크박스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장바구니에 담긴 모든 제품의 체크박스에 체크됨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모든 제품이 선택됨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선택삭제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체크되어 있는 제품이 삭제됨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수량변경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 -+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버튼 클릭 시 수량 및 금액 변경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주문하기 버튼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선택된 상품의 수량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결제 금액 기준으로 구매 페이지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(2-2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화면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장바구니</a:t>
            </a:r>
            <a:endParaRPr lang="it-IT" altLang="ko-KR" sz="1400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8B5DC8-9F84-BA26-1178-A1D732331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30629"/>
              </p:ext>
            </p:extLst>
          </p:nvPr>
        </p:nvGraphicFramePr>
        <p:xfrm>
          <a:off x="2464526" y="2668213"/>
          <a:ext cx="6190979" cy="3212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4006">
                  <a:extLst>
                    <a:ext uri="{9D8B030D-6E8A-4147-A177-3AD203B41FA5}">
                      <a16:colId xmlns:a16="http://schemas.microsoft.com/office/drawing/2014/main" val="369713439"/>
                    </a:ext>
                  </a:extLst>
                </a:gridCol>
                <a:gridCol w="1115236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608015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1251917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713471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198334">
                  <a:extLst>
                    <a:ext uri="{9D8B030D-6E8A-4147-A177-3AD203B41FA5}">
                      <a16:colId xmlns:a16="http://schemas.microsoft.com/office/drawing/2014/main" val="1140008941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12618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White 1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12618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latte tumbler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Ivory color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41,400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07169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결제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84,400</a:t>
                      </a:r>
                      <a:r>
                        <a:rPr lang="ko-KR" altLang="en-US" sz="1000" b="1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90481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B002D5FD-A3D8-65F0-4700-593146542C71}"/>
              </a:ext>
            </a:extLst>
          </p:cNvPr>
          <p:cNvSpPr/>
          <p:nvPr/>
        </p:nvSpPr>
        <p:spPr>
          <a:xfrm>
            <a:off x="2508015" y="3549068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B9125D-7AAB-7093-5E5D-749B066951E5}"/>
              </a:ext>
            </a:extLst>
          </p:cNvPr>
          <p:cNvSpPr/>
          <p:nvPr/>
        </p:nvSpPr>
        <p:spPr>
          <a:xfrm>
            <a:off x="2508015" y="4768268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EF414E-1EC1-46CA-A608-FF4C0B3BD9D7}"/>
              </a:ext>
            </a:extLst>
          </p:cNvPr>
          <p:cNvSpPr txBox="1"/>
          <p:nvPr/>
        </p:nvSpPr>
        <p:spPr>
          <a:xfrm>
            <a:off x="7313994" y="2358443"/>
            <a:ext cx="1428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dirty="0">
                <a:solidFill>
                  <a:schemeClr val="accent1"/>
                </a:solidFill>
              </a:rPr>
              <a:t>선택삭제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517D4C2-D0B9-8BFB-5D3B-0F9703989711}"/>
              </a:ext>
            </a:extLst>
          </p:cNvPr>
          <p:cNvSpPr/>
          <p:nvPr/>
        </p:nvSpPr>
        <p:spPr>
          <a:xfrm>
            <a:off x="4289869" y="6103417"/>
            <a:ext cx="2103430" cy="4463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주문하기</a:t>
            </a:r>
          </a:p>
        </p:txBody>
      </p:sp>
      <p:sp>
        <p:nvSpPr>
          <p:cNvPr id="58" name="AutoShape 256">
            <a:extLst>
              <a:ext uri="{FF2B5EF4-FFF2-40B4-BE49-F238E27FC236}">
                <a16:creationId xmlns:a16="http://schemas.microsoft.com/office/drawing/2014/main" id="{51AE47B7-8260-55BA-63C6-9234586C8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886" y="5991002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59" name="AutoShape 256">
            <a:extLst>
              <a:ext uri="{FF2B5EF4-FFF2-40B4-BE49-F238E27FC236}">
                <a16:creationId xmlns:a16="http://schemas.microsoft.com/office/drawing/2014/main" id="{25BDA829-19F8-2243-D959-81E00D256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615" y="2190675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6AA3AAF-FBF6-792F-17F2-5A7ED7DA24F0}"/>
              </a:ext>
            </a:extLst>
          </p:cNvPr>
          <p:cNvSpPr/>
          <p:nvPr/>
        </p:nvSpPr>
        <p:spPr>
          <a:xfrm>
            <a:off x="2506895" y="2764261"/>
            <a:ext cx="179158" cy="18023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7" name="AutoShape 256">
            <a:extLst>
              <a:ext uri="{FF2B5EF4-FFF2-40B4-BE49-F238E27FC236}">
                <a16:creationId xmlns:a16="http://schemas.microsoft.com/office/drawing/2014/main" id="{EAAC3356-0FA9-D90D-190F-95D3134CE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669" y="2648528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pic>
        <p:nvPicPr>
          <p:cNvPr id="60" name="Picture 4">
            <a:extLst>
              <a:ext uri="{FF2B5EF4-FFF2-40B4-BE49-F238E27FC236}">
                <a16:creationId xmlns:a16="http://schemas.microsoft.com/office/drawing/2014/main" id="{22E76091-6C15-9E87-412B-A1BB85EA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529" y="3162763"/>
            <a:ext cx="902429" cy="9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C25834D8-BA29-51A6-904A-0F9B70799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529" y="4384960"/>
            <a:ext cx="902429" cy="9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84C991-5A97-C80E-FF27-449661D819D9}"/>
              </a:ext>
            </a:extLst>
          </p:cNvPr>
          <p:cNvGrpSpPr/>
          <p:nvPr/>
        </p:nvGrpSpPr>
        <p:grpSpPr>
          <a:xfrm>
            <a:off x="6838950" y="3543688"/>
            <a:ext cx="551672" cy="188755"/>
            <a:chOff x="5981164" y="4572373"/>
            <a:chExt cx="1004903" cy="246221"/>
          </a:xfrm>
          <a:solidFill>
            <a:schemeClr val="bg1"/>
          </a:solidFill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326D6B3-1909-4D77-0F57-D3A7B8287009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2881D8E-E821-DB3D-804D-7A15D23BFEAB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35917E9-ADA3-F157-54A8-D97CBEA75CDA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F3612C-F440-4123-DBA7-A0513E6D73C0}"/>
              </a:ext>
            </a:extLst>
          </p:cNvPr>
          <p:cNvGrpSpPr/>
          <p:nvPr/>
        </p:nvGrpSpPr>
        <p:grpSpPr>
          <a:xfrm>
            <a:off x="6838950" y="4812163"/>
            <a:ext cx="551672" cy="188755"/>
            <a:chOff x="5981164" y="4572373"/>
            <a:chExt cx="1004903" cy="246221"/>
          </a:xfrm>
          <a:solidFill>
            <a:schemeClr val="bg1"/>
          </a:solidFill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3A68AF0-587B-342E-8949-A4C92BCEDDA7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C76A8F-1044-6E0A-7CD2-BE067B3EDDCF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330555-6C63-76A1-0B54-33C006C30012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AutoShape 256">
            <a:extLst>
              <a:ext uri="{FF2B5EF4-FFF2-40B4-BE49-F238E27FC236}">
                <a16:creationId xmlns:a16="http://schemas.microsoft.com/office/drawing/2014/main" id="{7A9B5C11-1BAE-2411-73DA-73774320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093" y="3392754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774F9D1-11B4-A3DC-0E79-65AF05DD31DF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8148245-B0AF-3AB9-4FE4-D12E15233F02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C5CCDF3-BB20-BE5E-8BC8-99F2C7B256F0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895A95-7B4D-7E9B-B8F2-0275110D3E80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696DCD-1372-E5E1-9A84-F7DF9BA3305B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B6095-C921-B437-065E-29AB0137F2FE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FC74FF34-6D00-E783-8CB7-4EB726E1C226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37" name="Picture 2" descr="로그인 - 무료 사람들개 아이콘">
              <a:extLst>
                <a:ext uri="{FF2B5EF4-FFF2-40B4-BE49-F238E27FC236}">
                  <a16:creationId xmlns:a16="http://schemas.microsoft.com/office/drawing/2014/main" id="{FD2B6385-DDEA-D652-1538-B553280C5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B5107C65-1CB5-8077-6680-5763CC1AD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330C6A9A-24C6-E1B4-F435-50981B403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4B1D50E3-9790-0F35-F35B-DE5AE7C7B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4F3BAAA-2FCA-75AA-034A-E061B44C28A9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AD12213-3F07-D512-12EE-EEA2070BEB57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7F2CF530-5F5A-4B9E-9B6A-780772F0D3FB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41F4E5F-CDA1-0E72-2C64-983223F9AD63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B22AD63-A93D-9A53-EF02-FF1FA88E9EA4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cart</a:t>
              </a:r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DA4254-7070-F349-0A53-14B7E6D5464B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470354C-583A-555B-62F8-C6B812354814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504731D-8A92-4876-9517-A3608ACA3639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97B2344-4B1E-D409-09E1-00783ACCB330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C721AB9-4FCD-E91A-55CC-15C77E2AF352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1B78E7F-5C92-C220-CEC5-14E62EB41576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061D08A-0EE4-3C7A-561D-9F2E58583AA5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C3129F-D4C1-C42B-549B-6BF7F9CDE140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5681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18EFFE9-EF65-3D7F-D60A-D64F47615695}"/>
              </a:ext>
            </a:extLst>
          </p:cNvPr>
          <p:cNvGrpSpPr/>
          <p:nvPr/>
        </p:nvGrpSpPr>
        <p:grpSpPr>
          <a:xfrm>
            <a:off x="252451" y="731520"/>
            <a:ext cx="2098766" cy="5956663"/>
            <a:chOff x="243840" y="731520"/>
            <a:chExt cx="2098766" cy="5956663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C83DE35-7237-A9BB-F94E-F2A5CEBB0E66}"/>
                </a:ext>
              </a:extLst>
            </p:cNvPr>
            <p:cNvSpPr/>
            <p:nvPr/>
          </p:nvSpPr>
          <p:spPr>
            <a:xfrm>
              <a:off x="243840" y="731520"/>
              <a:ext cx="2098766" cy="59566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D28D1A6-AF1D-7B3C-B364-3D6ED75A9B54}"/>
                </a:ext>
              </a:extLst>
            </p:cNvPr>
            <p:cNvSpPr/>
            <p:nvPr/>
          </p:nvSpPr>
          <p:spPr>
            <a:xfrm>
              <a:off x="403444" y="866926"/>
              <a:ext cx="1510048" cy="560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logo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AF94B4-8ED0-6253-BB3C-DA15260BD86A}"/>
                </a:ext>
              </a:extLst>
            </p:cNvPr>
            <p:cNvSpPr txBox="1"/>
            <p:nvPr/>
          </p:nvSpPr>
          <p:spPr>
            <a:xfrm>
              <a:off x="427438" y="4141162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about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016DE2-CAE2-61F9-D163-A050F961719B}"/>
                </a:ext>
              </a:extLst>
            </p:cNvPr>
            <p:cNvSpPr txBox="1"/>
            <p:nvPr/>
          </p:nvSpPr>
          <p:spPr>
            <a:xfrm>
              <a:off x="427438" y="4404953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contact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9A9FE25-8744-BF9E-4F9D-4BF365E52BB6}"/>
                </a:ext>
              </a:extLst>
            </p:cNvPr>
            <p:cNvSpPr txBox="1"/>
            <p:nvPr/>
          </p:nvSpPr>
          <p:spPr>
            <a:xfrm>
              <a:off x="427438" y="4668744"/>
              <a:ext cx="137304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FAQ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8DB3995E-4B8C-34BA-75EC-A0EE832A82D0}"/>
                </a:ext>
              </a:extLst>
            </p:cNvPr>
            <p:cNvCxnSpPr/>
            <p:nvPr/>
          </p:nvCxnSpPr>
          <p:spPr>
            <a:xfrm>
              <a:off x="391885" y="4108203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50" name="Picture 2" descr="로그인 - 무료 사람들개 아이콘">
              <a:extLst>
                <a:ext uri="{FF2B5EF4-FFF2-40B4-BE49-F238E27FC236}">
                  <a16:creationId xmlns:a16="http://schemas.microsoft.com/office/drawing/2014/main" id="{E843AC37-B698-97B9-F833-0088CDAEA3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27" y="5508545"/>
              <a:ext cx="160363" cy="160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4" descr="쇼핑, 장바구니, 개요 아이콘 에 Eva Outline Icons">
              <a:extLst>
                <a:ext uri="{FF2B5EF4-FFF2-40B4-BE49-F238E27FC236}">
                  <a16:creationId xmlns:a16="http://schemas.microsoft.com/office/drawing/2014/main" id="{333F005B-996E-665C-4FBD-5F8032F30A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58" y="5093776"/>
              <a:ext cx="216890" cy="216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650C6879-4AC9-B550-A280-66A521542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355" y="5938077"/>
              <a:ext cx="1689735" cy="376847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3A039AA1-6DDD-CA67-B322-37C3227CD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F8F0"/>
                </a:clrFrom>
                <a:clrTo>
                  <a:srgbClr val="FAF8F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8185" y="6296826"/>
              <a:ext cx="1085850" cy="361950"/>
            </a:xfrm>
            <a:prstGeom prst="rect">
              <a:avLst/>
            </a:prstGeom>
          </p:spPr>
        </p:pic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99C90FD3-471F-DC0E-9644-F04C52B524CC}"/>
                </a:ext>
              </a:extLst>
            </p:cNvPr>
            <p:cNvCxnSpPr/>
            <p:nvPr/>
          </p:nvCxnSpPr>
          <p:spPr>
            <a:xfrm>
              <a:off x="391885" y="1539857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048B3B0B-BB29-59CE-1271-FEFE6A12962B}"/>
                </a:ext>
              </a:extLst>
            </p:cNvPr>
            <p:cNvCxnSpPr/>
            <p:nvPr/>
          </p:nvCxnSpPr>
          <p:spPr>
            <a:xfrm>
              <a:off x="365760" y="5833574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54CE0480-0779-CAB5-0659-2BE62E821605}"/>
                </a:ext>
              </a:extLst>
            </p:cNvPr>
            <p:cNvCxnSpPr/>
            <p:nvPr/>
          </p:nvCxnSpPr>
          <p:spPr>
            <a:xfrm>
              <a:off x="391885" y="5032958"/>
              <a:ext cx="1802674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9D9A9F7-8F4B-6BBD-8244-E42C9625EF5A}"/>
                </a:ext>
              </a:extLst>
            </p:cNvPr>
            <p:cNvSpPr txBox="1"/>
            <p:nvPr/>
          </p:nvSpPr>
          <p:spPr>
            <a:xfrm>
              <a:off x="821477" y="546561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404040"/>
                  </a:solidFill>
                </a:defRPr>
              </a:lvl1pPr>
            </a:lstStyle>
            <a:p>
              <a:r>
                <a:rPr lang="en-US" altLang="ko-KR" dirty="0"/>
                <a:t>Login/my account</a:t>
              </a:r>
              <a:endParaRPr lang="ko-KR" alt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211265F-BF9E-061C-853E-C86B48B72EF4}"/>
                </a:ext>
              </a:extLst>
            </p:cNvPr>
            <p:cNvSpPr txBox="1"/>
            <p:nvPr/>
          </p:nvSpPr>
          <p:spPr>
            <a:xfrm>
              <a:off x="838290" y="5071625"/>
              <a:ext cx="1272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900" b="1" u="sng">
                  <a:solidFill>
                    <a:srgbClr val="C00000"/>
                  </a:solidFill>
                </a:defRPr>
              </a:lvl1pPr>
            </a:lstStyle>
            <a:p>
              <a:r>
                <a:rPr lang="en-US" altLang="ko-KR" dirty="0"/>
                <a:t>cart</a:t>
              </a:r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50A883-9F8C-191F-374E-7F334A6F96F8}"/>
                </a:ext>
              </a:extLst>
            </p:cNvPr>
            <p:cNvSpPr txBox="1"/>
            <p:nvPr/>
          </p:nvSpPr>
          <p:spPr>
            <a:xfrm>
              <a:off x="403444" y="1667925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8F9466CE-5B19-B323-0B06-7B9EE0F4389D}"/>
                </a:ext>
              </a:extLst>
            </p:cNvPr>
            <p:cNvGrpSpPr/>
            <p:nvPr/>
          </p:nvGrpSpPr>
          <p:grpSpPr>
            <a:xfrm>
              <a:off x="403444" y="2112668"/>
              <a:ext cx="1373046" cy="1437676"/>
              <a:chOff x="403444" y="2078490"/>
              <a:chExt cx="1373046" cy="1437676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E4DA37F-6D89-C223-233C-A8751FD32DD8}"/>
                  </a:ext>
                </a:extLst>
              </p:cNvPr>
              <p:cNvSpPr txBox="1"/>
              <p:nvPr/>
            </p:nvSpPr>
            <p:spPr>
              <a:xfrm>
                <a:off x="403444" y="2078490"/>
                <a:ext cx="137304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 err="1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piknic</a:t>
                </a:r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 exclusive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4104D5A-2032-2641-AD18-9542C7DB4F21}"/>
                  </a:ext>
                </a:extLst>
              </p:cNvPr>
              <p:cNvSpPr txBox="1"/>
              <p:nvPr/>
            </p:nvSpPr>
            <p:spPr>
              <a:xfrm>
                <a:off x="403444" y="2368659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Exhibition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40602CA-EFEF-58F4-7E16-A6EA5D1E1C5C}"/>
                  </a:ext>
                </a:extLst>
              </p:cNvPr>
              <p:cNvSpPr txBox="1"/>
              <p:nvPr/>
            </p:nvSpPr>
            <p:spPr>
              <a:xfrm>
                <a:off x="403444" y="2666523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Lifestyle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A7B5CBB-D5A9-D31C-882A-996067F60EAE}"/>
                  </a:ext>
                </a:extLst>
              </p:cNvPr>
              <p:cNvSpPr txBox="1"/>
              <p:nvPr/>
            </p:nvSpPr>
            <p:spPr>
              <a:xfrm>
                <a:off x="403444" y="2964387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Paper &amp; Desk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B7FA1C-BA4B-2CDB-DCDE-9A2BE32C6F1D}"/>
                  </a:ext>
                </a:extLst>
              </p:cNvPr>
              <p:cNvSpPr txBox="1"/>
              <p:nvPr/>
            </p:nvSpPr>
            <p:spPr>
              <a:xfrm>
                <a:off x="403444" y="3262250"/>
                <a:ext cx="1373046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/>
                <a:r>
                  <a:rPr lang="en-US" altLang="ko-KR" sz="1000" kern="1200" dirty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rPr>
                  <a:t>Books &amp; Culture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CAE8C48-A5E3-7A26-03EA-7C485FF4C0B5}"/>
                </a:ext>
              </a:extLst>
            </p:cNvPr>
            <p:cNvSpPr txBox="1"/>
            <p:nvPr/>
          </p:nvSpPr>
          <p:spPr>
            <a:xfrm>
              <a:off x="403444" y="3741171"/>
              <a:ext cx="137304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ko-KR" sz="1000" kern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Sale</a:t>
              </a: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335505" y="47938"/>
            <a:ext cx="2671011" cy="178709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000">
                <a:effectLst/>
                <a:latin typeface="+mn-ea"/>
                <a:ea typeface="맑은 고딕" pitchFamily="50" charset="-127"/>
                <a:cs typeface="Times New Roman"/>
              </a:rPr>
              <a:t>shop piknic</a:t>
            </a:r>
            <a:endParaRPr lang="ko-KR" altLang="ko-KR" sz="1000" dirty="0">
              <a:effectLst/>
              <a:latin typeface="맑은 고딕" pitchFamily="50" charset="-127"/>
              <a:ea typeface="맑은 고딕" pitchFamily="50" charset="-127"/>
              <a:cs typeface="Times New Roman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7461122" y="291104"/>
            <a:ext cx="4608958" cy="166507"/>
          </a:xfrm>
        </p:spPr>
        <p:txBody>
          <a:bodyPr/>
          <a:lstStyle/>
          <a:p>
            <a:r>
              <a:rPr lang="en-US" altLang="ko-KR" dirty="0"/>
              <a:t>7-1. </a:t>
            </a:r>
            <a:r>
              <a:rPr lang="ko-KR" altLang="en-US" dirty="0"/>
              <a:t>장바구니 </a:t>
            </a:r>
            <a:r>
              <a:rPr lang="en-US" altLang="ko-KR" dirty="0"/>
              <a:t>– </a:t>
            </a:r>
            <a:r>
              <a:rPr lang="ko-KR" altLang="en-US" dirty="0" err="1"/>
              <a:t>상황별</a:t>
            </a:r>
            <a:r>
              <a:rPr lang="ko-KR" altLang="en-US" dirty="0"/>
              <a:t> </a:t>
            </a:r>
            <a:r>
              <a:rPr lang="ko-KR" altLang="en-US" dirty="0" err="1"/>
              <a:t>알럿창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DDEDDC-F448-4C7B-9D58-E6164D01D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65083"/>
              </p:ext>
            </p:extLst>
          </p:nvPr>
        </p:nvGraphicFramePr>
        <p:xfrm>
          <a:off x="8829675" y="752260"/>
          <a:ext cx="3095625" cy="3211350"/>
        </p:xfrm>
        <a:graphic>
          <a:graphicData uri="http://schemas.openxmlformats.org/drawingml/2006/table">
            <a:tbl>
              <a:tblPr/>
              <a:tblGrid>
                <a:gridCol w="3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194">
                <a:tc gridSpan="2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512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77520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선택상품 누락 안내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선택된 상품 없이 주문하기 또는 선택삭제 버튼을 클릭할 경우 해당 내용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알럿창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itchFamily="2" charset="2"/>
                        </a:rPr>
                        <a:t> 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27872"/>
                  </a:ext>
                </a:extLst>
              </a:tr>
              <a:tr h="398744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44347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42872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005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7449"/>
                  </a:ext>
                </a:extLst>
              </a:tr>
              <a:tr h="331166">
                <a:tc>
                  <a:txBody>
                    <a:bodyPr/>
                    <a:lstStyle/>
                    <a:p>
                      <a:pPr marL="0" marR="0" lvl="0" indent="0" algn="ctr" defTabSz="1101725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9792" marR="39792" marT="40238" marB="40238" anchor="ctr" horzOverflow="overflow">
                    <a:lnL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5204"/>
                  </a:ext>
                </a:extLst>
              </a:tr>
            </a:tbl>
          </a:graphicData>
        </a:graphic>
      </p:graphicFrame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1D85DEA7-C3B2-452C-98E9-5E81C0193F72}"/>
              </a:ext>
            </a:extLst>
          </p:cNvPr>
          <p:cNvSpPr txBox="1">
            <a:spLocks/>
          </p:cNvSpPr>
          <p:nvPr/>
        </p:nvSpPr>
        <p:spPr>
          <a:xfrm>
            <a:off x="4845143" y="283484"/>
            <a:ext cx="1790607" cy="16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47A59-B655-2F2B-3C5B-D1909CC269D2}"/>
              </a:ext>
            </a:extLst>
          </p:cNvPr>
          <p:cNvSpPr txBox="1"/>
          <p:nvPr/>
        </p:nvSpPr>
        <p:spPr>
          <a:xfrm>
            <a:off x="4688865" y="1231642"/>
            <a:ext cx="1467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장바구니</a:t>
            </a:r>
            <a:endParaRPr lang="it-IT" altLang="ko-KR" sz="1400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8B5DC8-9F84-BA26-1178-A1D732331F55}"/>
              </a:ext>
            </a:extLst>
          </p:cNvPr>
          <p:cNvGraphicFramePr>
            <a:graphicFrameLocks noGrp="1"/>
          </p:cNvGraphicFramePr>
          <p:nvPr/>
        </p:nvGraphicFramePr>
        <p:xfrm>
          <a:off x="2464526" y="2668213"/>
          <a:ext cx="6190979" cy="3212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4006">
                  <a:extLst>
                    <a:ext uri="{9D8B030D-6E8A-4147-A177-3AD203B41FA5}">
                      <a16:colId xmlns:a16="http://schemas.microsoft.com/office/drawing/2014/main" val="369713439"/>
                    </a:ext>
                  </a:extLst>
                </a:gridCol>
                <a:gridCol w="1115236">
                  <a:extLst>
                    <a:ext uri="{9D8B030D-6E8A-4147-A177-3AD203B41FA5}">
                      <a16:colId xmlns:a16="http://schemas.microsoft.com/office/drawing/2014/main" val="1924714713"/>
                    </a:ext>
                  </a:extLst>
                </a:gridCol>
                <a:gridCol w="1608015">
                  <a:extLst>
                    <a:ext uri="{9D8B030D-6E8A-4147-A177-3AD203B41FA5}">
                      <a16:colId xmlns:a16="http://schemas.microsoft.com/office/drawing/2014/main" val="939924755"/>
                    </a:ext>
                  </a:extLst>
                </a:gridCol>
                <a:gridCol w="1251917">
                  <a:extLst>
                    <a:ext uri="{9D8B030D-6E8A-4147-A177-3AD203B41FA5}">
                      <a16:colId xmlns:a16="http://schemas.microsoft.com/office/drawing/2014/main" val="1579929515"/>
                    </a:ext>
                  </a:extLst>
                </a:gridCol>
                <a:gridCol w="713471">
                  <a:extLst>
                    <a:ext uri="{9D8B030D-6E8A-4147-A177-3AD203B41FA5}">
                      <a16:colId xmlns:a16="http://schemas.microsoft.com/office/drawing/2014/main" val="1256499530"/>
                    </a:ext>
                  </a:extLst>
                </a:gridCol>
                <a:gridCol w="1198334">
                  <a:extLst>
                    <a:ext uri="{9D8B030D-6E8A-4147-A177-3AD203B41FA5}">
                      <a16:colId xmlns:a16="http://schemas.microsoft.com/office/drawing/2014/main" val="1140008941"/>
                    </a:ext>
                  </a:extLst>
                </a:gridCol>
              </a:tblGrid>
              <a:tr h="3286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51443"/>
                  </a:ext>
                </a:extLst>
              </a:tr>
              <a:tr h="12618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T-shirts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White 1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43,000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07747"/>
                  </a:ext>
                </a:extLst>
              </a:tr>
              <a:tr h="12618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1" dirty="0" err="1"/>
                        <a:t>piknic</a:t>
                      </a:r>
                      <a:r>
                        <a:rPr lang="en-US" altLang="ko-KR" sz="1000" b="1" dirty="0"/>
                        <a:t> latte tumbler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Ivory color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41,400</a:t>
                      </a:r>
                      <a:r>
                        <a:rPr lang="ko-KR" altLang="en-US" sz="1000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07169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결제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u="sng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84,400</a:t>
                      </a:r>
                      <a:r>
                        <a:rPr lang="ko-KR" altLang="en-US" sz="1000" b="1" dirty="0"/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90481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B002D5FD-A3D8-65F0-4700-593146542C71}"/>
              </a:ext>
            </a:extLst>
          </p:cNvPr>
          <p:cNvSpPr/>
          <p:nvPr/>
        </p:nvSpPr>
        <p:spPr>
          <a:xfrm>
            <a:off x="2508015" y="3549068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B9125D-7AAB-7093-5E5D-749B066951E5}"/>
              </a:ext>
            </a:extLst>
          </p:cNvPr>
          <p:cNvSpPr/>
          <p:nvPr/>
        </p:nvSpPr>
        <p:spPr>
          <a:xfrm>
            <a:off x="2508015" y="4768268"/>
            <a:ext cx="179158" cy="180233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EF414E-1EC1-46CA-A608-FF4C0B3BD9D7}"/>
              </a:ext>
            </a:extLst>
          </p:cNvPr>
          <p:cNvSpPr txBox="1"/>
          <p:nvPr/>
        </p:nvSpPr>
        <p:spPr>
          <a:xfrm>
            <a:off x="7313994" y="2358443"/>
            <a:ext cx="1428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dirty="0">
                <a:solidFill>
                  <a:schemeClr val="accent1"/>
                </a:solidFill>
              </a:rPr>
              <a:t>선택삭제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517D4C2-D0B9-8BFB-5D3B-0F9703989711}"/>
              </a:ext>
            </a:extLst>
          </p:cNvPr>
          <p:cNvSpPr/>
          <p:nvPr/>
        </p:nvSpPr>
        <p:spPr>
          <a:xfrm>
            <a:off x="4289869" y="6103417"/>
            <a:ext cx="2103430" cy="4463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주문하기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6AA3AAF-FBF6-792F-17F2-5A7ED7DA24F0}"/>
              </a:ext>
            </a:extLst>
          </p:cNvPr>
          <p:cNvSpPr/>
          <p:nvPr/>
        </p:nvSpPr>
        <p:spPr>
          <a:xfrm>
            <a:off x="2506895" y="2764261"/>
            <a:ext cx="179158" cy="18023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60" name="Picture 4">
            <a:extLst>
              <a:ext uri="{FF2B5EF4-FFF2-40B4-BE49-F238E27FC236}">
                <a16:creationId xmlns:a16="http://schemas.microsoft.com/office/drawing/2014/main" id="{22E76091-6C15-9E87-412B-A1BB85EA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529" y="3162763"/>
            <a:ext cx="902429" cy="9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C25834D8-BA29-51A6-904A-0F9B70799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529" y="4384960"/>
            <a:ext cx="902429" cy="9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84C991-5A97-C80E-FF27-449661D819D9}"/>
              </a:ext>
            </a:extLst>
          </p:cNvPr>
          <p:cNvGrpSpPr/>
          <p:nvPr/>
        </p:nvGrpSpPr>
        <p:grpSpPr>
          <a:xfrm>
            <a:off x="6838950" y="3543688"/>
            <a:ext cx="551672" cy="188755"/>
            <a:chOff x="5981164" y="4572373"/>
            <a:chExt cx="1004903" cy="246221"/>
          </a:xfrm>
          <a:solidFill>
            <a:schemeClr val="bg1"/>
          </a:solidFill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326D6B3-1909-4D77-0F57-D3A7B8287009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2881D8E-E821-DB3D-804D-7A15D23BFEAB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35917E9-ADA3-F157-54A8-D97CBEA75CDA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F3612C-F440-4123-DBA7-A0513E6D73C0}"/>
              </a:ext>
            </a:extLst>
          </p:cNvPr>
          <p:cNvGrpSpPr/>
          <p:nvPr/>
        </p:nvGrpSpPr>
        <p:grpSpPr>
          <a:xfrm>
            <a:off x="6838950" y="4812163"/>
            <a:ext cx="551672" cy="188755"/>
            <a:chOff x="5981164" y="4572373"/>
            <a:chExt cx="1004903" cy="246221"/>
          </a:xfrm>
          <a:solidFill>
            <a:schemeClr val="bg1"/>
          </a:solidFill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3A68AF0-587B-342E-8949-A4C92BCEDDA7}"/>
                </a:ext>
              </a:extLst>
            </p:cNvPr>
            <p:cNvSpPr/>
            <p:nvPr/>
          </p:nvSpPr>
          <p:spPr>
            <a:xfrm>
              <a:off x="5981164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-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C76A8F-1044-6E0A-7CD2-BE067B3EDDCF}"/>
                </a:ext>
              </a:extLst>
            </p:cNvPr>
            <p:cNvSpPr/>
            <p:nvPr/>
          </p:nvSpPr>
          <p:spPr>
            <a:xfrm>
              <a:off x="6317276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330555-6C63-76A1-0B54-33C006C30012}"/>
                </a:ext>
              </a:extLst>
            </p:cNvPr>
            <p:cNvSpPr/>
            <p:nvPr/>
          </p:nvSpPr>
          <p:spPr>
            <a:xfrm>
              <a:off x="6649955" y="4572373"/>
              <a:ext cx="336112" cy="24622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+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B0FD6C-E69F-1297-626F-25FD27A235C5}"/>
              </a:ext>
            </a:extLst>
          </p:cNvPr>
          <p:cNvSpPr/>
          <p:nvPr/>
        </p:nvSpPr>
        <p:spPr>
          <a:xfrm>
            <a:off x="243840" y="733474"/>
            <a:ext cx="8509635" cy="5954709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47C72D-DE97-7E2D-32ED-F8F5B2A5074C}"/>
              </a:ext>
            </a:extLst>
          </p:cNvPr>
          <p:cNvGrpSpPr/>
          <p:nvPr/>
        </p:nvGrpSpPr>
        <p:grpSpPr>
          <a:xfrm>
            <a:off x="3170382" y="3004418"/>
            <a:ext cx="3349522" cy="1074834"/>
            <a:chOff x="3013351" y="1047757"/>
            <a:chExt cx="3349522" cy="107483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BA000D4-FD29-B222-C2B5-7E2C383F3899}"/>
                </a:ext>
              </a:extLst>
            </p:cNvPr>
            <p:cNvSpPr/>
            <p:nvPr/>
          </p:nvSpPr>
          <p:spPr>
            <a:xfrm>
              <a:off x="3013351" y="1059596"/>
              <a:ext cx="3349522" cy="10629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2DC1BF-543E-3A32-EEFE-1BC1F4D9CECB}"/>
                </a:ext>
              </a:extLst>
            </p:cNvPr>
            <p:cNvSpPr txBox="1"/>
            <p:nvPr/>
          </p:nvSpPr>
          <p:spPr>
            <a:xfrm>
              <a:off x="6041071" y="1047757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x</a:t>
              </a:r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553009C-B945-299E-482A-C66C224F4B3B}"/>
                </a:ext>
              </a:extLst>
            </p:cNvPr>
            <p:cNvSpPr/>
            <p:nvPr/>
          </p:nvSpPr>
          <p:spPr>
            <a:xfrm>
              <a:off x="4321295" y="1834519"/>
              <a:ext cx="733633" cy="21150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닫기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F015A5-3D69-BEDD-9AAF-14064BE8C217}"/>
                </a:ext>
              </a:extLst>
            </p:cNvPr>
            <p:cNvSpPr txBox="1"/>
            <p:nvPr/>
          </p:nvSpPr>
          <p:spPr>
            <a:xfrm>
              <a:off x="3257006" y="1393968"/>
              <a:ext cx="2862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/>
                <a:t>선택된 상품이 없습니다</a:t>
              </a:r>
              <a:r>
                <a:rPr lang="en-US" altLang="ko-KR" sz="900" dirty="0"/>
                <a:t>.</a:t>
              </a:r>
              <a:endParaRPr lang="ko-KR" altLang="en-US" sz="900" dirty="0"/>
            </a:p>
          </p:txBody>
        </p:sp>
      </p:grpSp>
      <p:sp>
        <p:nvSpPr>
          <p:cNvPr id="33" name="AutoShape 256">
            <a:extLst>
              <a:ext uri="{FF2B5EF4-FFF2-40B4-BE49-F238E27FC236}">
                <a16:creationId xmlns:a16="http://schemas.microsoft.com/office/drawing/2014/main" id="{641A4420-C126-AFBD-7D41-2241A83AE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182" y="2972297"/>
            <a:ext cx="173965" cy="186818"/>
          </a:xfrm>
          <a:prstGeom prst="roundRect">
            <a:avLst>
              <a:gd name="adj" fmla="val 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txBody>
          <a:bodyPr wrap="none" lIns="0" tIns="0" rIns="0" bIns="0" anchor="ctr"/>
          <a:lstStyle>
            <a:lvl1pPr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entury Gothic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0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7455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0AA6B4BC70CC24BA8E0B99A0D06484C" ma:contentTypeVersion="10" ma:contentTypeDescription="새 문서를 만듭니다." ma:contentTypeScope="" ma:versionID="4ac0bb4f26a357e2cafa1550d9567f2e">
  <xsd:schema xmlns:xsd="http://www.w3.org/2001/XMLSchema" xmlns:xs="http://www.w3.org/2001/XMLSchema" xmlns:p="http://schemas.microsoft.com/office/2006/metadata/properties" xmlns:ns2="2e42f7c5-5859-487b-aa68-593bfee21767" targetNamespace="http://schemas.microsoft.com/office/2006/metadata/properties" ma:root="true" ma:fieldsID="207a5c39aba846a22887d2f5f5309109" ns2:_="">
    <xsd:import namespace="2e42f7c5-5859-487b-aa68-593bfee21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42f7c5-5859-487b-aa68-593bfee217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0FFD85-3AC8-4B9F-ADA4-359B619F3B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42f7c5-5859-487b-aa68-593bfee21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53CF3E-CD35-4C37-AECB-977841A508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8046BF-8317-463C-91D0-E912F3036F0D}">
  <ds:schemaRefs>
    <ds:schemaRef ds:uri="2e42f7c5-5859-487b-aa68-593bfee21767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57364</TotalTime>
  <Words>9007</Words>
  <Application>Microsoft Office PowerPoint</Application>
  <PresentationFormat>와이드스크린</PresentationFormat>
  <Paragraphs>2942</Paragraphs>
  <Slides>50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5" baseType="lpstr">
      <vt:lpstr>Arial</vt:lpstr>
      <vt:lpstr>Univers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최형진</dc:creator>
  <cp:lastModifiedBy>2</cp:lastModifiedBy>
  <cp:revision>1418</cp:revision>
  <cp:lastPrinted>2021-05-11T01:12:03Z</cp:lastPrinted>
  <dcterms:created xsi:type="dcterms:W3CDTF">2018-11-21T09:12:45Z</dcterms:created>
  <dcterms:modified xsi:type="dcterms:W3CDTF">2023-10-13T07:54:50Z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0x010100A0AA6B4BC70CC24BA8E0B99A0D06484C</vt:lpwstr>
  </property>
  <property fmtid="{D5CDD505-2E9C-101B-9397-08002B2CF9AE}" pid="4" name="Order">
    <vt:r8>12344600</vt:r8>
  </property>
  <property fmtid="{D5CDD505-2E9C-101B-9397-08002B2CF9AE}" pid="5" name="ComplianceAssetId">
    <vt:lpwstr/>
  </property>
</Properties>
</file>